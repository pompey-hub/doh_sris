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73" r:id="rId3"/>
    <p:sldId id="278" r:id="rId4"/>
    <p:sldId id="266" r:id="rId5"/>
    <p:sldId id="276" r:id="rId6"/>
    <p:sldId id="277" r:id="rId7"/>
    <p:sldId id="275" r:id="rId8"/>
    <p:sldId id="274" r:id="rId9"/>
    <p:sldId id="267" r:id="rId10"/>
  </p:sldIdLst>
  <p:sldSz cx="12192000" cy="6858000"/>
  <p:notesSz cx="7315200" cy="9601200"/>
  <p:embeddedFontLst>
    <p:embeddedFont>
      <p:font typeface="Sitka Text" panose="02000505000000020004" pitchFamily="2" charset="0"/>
      <p:regular r:id="rId12"/>
      <p:bold r:id="rId13"/>
      <p:italic r:id="rId14"/>
      <p:boldItalic r:id="rId15"/>
    </p:embeddedFont>
    <p:embeddedFont>
      <p:font typeface="Source Serif Pro Semibold" panose="020B0604020202020204" charset="0"/>
      <p:bold r:id="rId16"/>
      <p:boldItalic r:id="rId17"/>
    </p:embeddedFont>
    <p:embeddedFont>
      <p:font typeface="Source Sans Pro Light" panose="020B0604020202020204" charset="0"/>
      <p:regular r:id="rId18"/>
      <p:italic r:id="rId19"/>
    </p:embeddedFon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A14276-17B1-4554-80EE-1C96B53AF47E}">
  <a:tblStyle styleId="{99A14276-17B1-4554-80EE-1C96B53AF47E}"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 styleId="{F258EAF9-C62A-4F6E-8684-4BB694D4BD0D}"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73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169920" cy="481728"/>
          </a:xfrm>
          <a:prstGeom prst="rect">
            <a:avLst/>
          </a:prstGeom>
          <a:noFill/>
          <a:ln>
            <a:noFill/>
          </a:ln>
        </p:spPr>
        <p:txBody>
          <a:bodyPr spcFirstLastPara="1" wrap="square" lIns="96625" tIns="48300" rIns="96625" bIns="48300"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9" y="0"/>
            <a:ext cx="3169920" cy="481728"/>
          </a:xfrm>
          <a:prstGeom prst="rect">
            <a:avLst/>
          </a:prstGeom>
          <a:noFill/>
          <a:ln>
            <a:noFill/>
          </a:ln>
        </p:spPr>
        <p:txBody>
          <a:bodyPr spcFirstLastPara="1" wrap="square" lIns="96625" tIns="48300" rIns="96625" bIns="48300"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2" y="4620578"/>
            <a:ext cx="5852160" cy="3780472"/>
          </a:xfrm>
          <a:prstGeom prst="rect">
            <a:avLst/>
          </a:prstGeom>
          <a:noFill/>
          <a:ln>
            <a:noFill/>
          </a:ln>
        </p:spPr>
        <p:txBody>
          <a:bodyPr spcFirstLastPara="1" wrap="square" lIns="96625" tIns="48300" rIns="96625" bIns="483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119475"/>
            <a:ext cx="3169920" cy="481727"/>
          </a:xfrm>
          <a:prstGeom prst="rect">
            <a:avLst/>
          </a:prstGeom>
          <a:noFill/>
          <a:ln>
            <a:noFill/>
          </a:ln>
        </p:spPr>
        <p:txBody>
          <a:bodyPr spcFirstLastPara="1" wrap="square" lIns="96625" tIns="48300" rIns="96625" bIns="48300"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9" y="9119475"/>
            <a:ext cx="3169920" cy="481727"/>
          </a:xfrm>
          <a:prstGeom prst="rect">
            <a:avLst/>
          </a:prstGeom>
          <a:noFill/>
          <a:ln>
            <a:noFill/>
          </a:ln>
        </p:spPr>
        <p:txBody>
          <a:bodyPr spcFirstLastPara="1" wrap="square" lIns="96625" tIns="48300" rIns="96625" bIns="48300"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555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402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9346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914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731522"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18847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2"/>
          <p:cNvSpPr/>
          <p:nvPr/>
        </p:nvSpPr>
        <p:spPr>
          <a:xfrm>
            <a:off x="0" y="0"/>
            <a:ext cx="12192000" cy="6858000"/>
          </a:xfrm>
          <a:prstGeom prst="rect">
            <a:avLst/>
          </a:prstGeom>
          <a:solidFill>
            <a:srgbClr val="0034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4600480" y="3234502"/>
            <a:ext cx="5834743" cy="82391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4600480" y="2928591"/>
            <a:ext cx="4152900" cy="431119"/>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003432"/>
              </a:buClr>
              <a:buSzPts val="2800"/>
              <a:buNone/>
              <a:defRPr/>
            </a:lvl1pPr>
            <a:lvl2pPr lvl="1" algn="l">
              <a:lnSpc>
                <a:spcPct val="90000"/>
              </a:lnSpc>
              <a:spcBef>
                <a:spcPts val="500"/>
              </a:spcBef>
              <a:spcAft>
                <a:spcPts val="0"/>
              </a:spcAft>
              <a:buClr>
                <a:srgbClr val="003432"/>
              </a:buClr>
              <a:buSzPts val="1800"/>
              <a:buChar char="•"/>
              <a:defRPr/>
            </a:lvl2pPr>
            <a:lvl3pPr lvl="2" algn="l">
              <a:lnSpc>
                <a:spcPct val="90000"/>
              </a:lnSpc>
              <a:spcBef>
                <a:spcPts val="500"/>
              </a:spcBef>
              <a:spcAft>
                <a:spcPts val="0"/>
              </a:spcAft>
              <a:buClr>
                <a:srgbClr val="003432"/>
              </a:buClr>
              <a:buSzPts val="1800"/>
              <a:buChar char="•"/>
              <a:defRPr/>
            </a:lvl3pPr>
            <a:lvl4pPr lvl="3" algn="l">
              <a:lnSpc>
                <a:spcPct val="90000"/>
              </a:lnSpc>
              <a:spcBef>
                <a:spcPts val="500"/>
              </a:spcBef>
              <a:spcAft>
                <a:spcPts val="0"/>
              </a:spcAft>
              <a:buClr>
                <a:srgbClr val="003432"/>
              </a:buClr>
              <a:buSzPts val="1800"/>
              <a:buChar char="•"/>
              <a:defRPr/>
            </a:lvl4pPr>
            <a:lvl5pPr lvl="4" algn="l">
              <a:lnSpc>
                <a:spcPct val="90000"/>
              </a:lnSpc>
              <a:spcBef>
                <a:spcPts val="500"/>
              </a:spcBef>
              <a:spcAft>
                <a:spcPts val="0"/>
              </a:spcAft>
              <a:buClr>
                <a:srgbClr val="00343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19" name="Google Shape;19;p2"/>
          <p:cNvPicPr preferRelativeResize="0"/>
          <p:nvPr/>
        </p:nvPicPr>
        <p:blipFill rotWithShape="1">
          <a:blip r:embed="rId2">
            <a:alphaModFix/>
          </a:blip>
          <a:srcRect/>
          <a:stretch/>
        </p:blipFill>
        <p:spPr>
          <a:xfrm>
            <a:off x="2036690" y="2358418"/>
            <a:ext cx="2158384" cy="214116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838200" y="1825625"/>
            <a:ext cx="10515600" cy="4078553"/>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003432"/>
              </a:buClr>
              <a:buSzPts val="2800"/>
              <a:buChar char="•"/>
              <a:defRPr>
                <a:latin typeface="Times New Roman"/>
                <a:ea typeface="Times New Roman"/>
                <a:cs typeface="Times New Roman"/>
                <a:sym typeface="Times New Roman"/>
              </a:defRPr>
            </a:lvl1pPr>
            <a:lvl2pPr marL="914400" lvl="1" indent="-381000" algn="l">
              <a:lnSpc>
                <a:spcPct val="90000"/>
              </a:lnSpc>
              <a:spcBef>
                <a:spcPts val="500"/>
              </a:spcBef>
              <a:spcAft>
                <a:spcPts val="0"/>
              </a:spcAft>
              <a:buClr>
                <a:srgbClr val="003432"/>
              </a:buClr>
              <a:buSzPts val="2400"/>
              <a:buChar char="•"/>
              <a:defRPr>
                <a:latin typeface="Times New Roman"/>
                <a:ea typeface="Times New Roman"/>
                <a:cs typeface="Times New Roman"/>
                <a:sym typeface="Times New Roman"/>
              </a:defRPr>
            </a:lvl2pPr>
            <a:lvl3pPr marL="1371600" lvl="2" indent="-355600" algn="l">
              <a:lnSpc>
                <a:spcPct val="90000"/>
              </a:lnSpc>
              <a:spcBef>
                <a:spcPts val="500"/>
              </a:spcBef>
              <a:spcAft>
                <a:spcPts val="0"/>
              </a:spcAft>
              <a:buClr>
                <a:srgbClr val="003432"/>
              </a:buClr>
              <a:buSzPts val="2000"/>
              <a:buChar char="•"/>
              <a:defRPr>
                <a:latin typeface="Times New Roman"/>
                <a:ea typeface="Times New Roman"/>
                <a:cs typeface="Times New Roman"/>
                <a:sym typeface="Times New Roman"/>
              </a:defRPr>
            </a:lvl3pPr>
            <a:lvl4pPr marL="1828800" lvl="3" indent="-342900" algn="l">
              <a:lnSpc>
                <a:spcPct val="90000"/>
              </a:lnSpc>
              <a:spcBef>
                <a:spcPts val="500"/>
              </a:spcBef>
              <a:spcAft>
                <a:spcPts val="0"/>
              </a:spcAft>
              <a:buClr>
                <a:srgbClr val="003432"/>
              </a:buClr>
              <a:buSzPts val="1800"/>
              <a:buChar char="•"/>
              <a:defRPr>
                <a:latin typeface="Times New Roman"/>
                <a:ea typeface="Times New Roman"/>
                <a:cs typeface="Times New Roman"/>
                <a:sym typeface="Times New Roman"/>
              </a:defRPr>
            </a:lvl4pPr>
            <a:lvl5pPr marL="2286000" lvl="4" indent="-342900" algn="l">
              <a:lnSpc>
                <a:spcPct val="90000"/>
              </a:lnSpc>
              <a:spcBef>
                <a:spcPts val="500"/>
              </a:spcBef>
              <a:spcAft>
                <a:spcPts val="0"/>
              </a:spcAft>
              <a:buClr>
                <a:srgbClr val="003432"/>
              </a:buClr>
              <a:buSzPts val="1800"/>
              <a:buChar char="•"/>
              <a:defRPr>
                <a:latin typeface="Times New Roman"/>
                <a:ea typeface="Times New Roman"/>
                <a:cs typeface="Times New Roman"/>
                <a:sym typeface="Times New Roman"/>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
          <p:cNvSpPr/>
          <p:nvPr/>
        </p:nvSpPr>
        <p:spPr>
          <a:xfrm>
            <a:off x="0" y="6101395"/>
            <a:ext cx="12192000" cy="756605"/>
          </a:xfrm>
          <a:prstGeom prst="rect">
            <a:avLst/>
          </a:prstGeom>
          <a:solidFill>
            <a:srgbClr val="0034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3"/>
          <p:cNvSpPr txBox="1"/>
          <p:nvPr/>
        </p:nvSpPr>
        <p:spPr>
          <a:xfrm>
            <a:off x="838200" y="6294615"/>
            <a:ext cx="437779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solidFill>
                  <a:schemeClr val="lt1"/>
                </a:solidFill>
                <a:latin typeface="Times New Roman"/>
                <a:ea typeface="Times New Roman"/>
                <a:cs typeface="Times New Roman"/>
                <a:sym typeface="Times New Roman"/>
              </a:rPr>
              <a:t>Department of Health, Philippines</a:t>
            </a:r>
            <a:endParaRPr/>
          </a:p>
        </p:txBody>
      </p:sp>
      <p:pic>
        <p:nvPicPr>
          <p:cNvPr id="25" name="Google Shape;25;p3"/>
          <p:cNvPicPr preferRelativeResize="0"/>
          <p:nvPr/>
        </p:nvPicPr>
        <p:blipFill rotWithShape="1">
          <a:blip r:embed="rId2">
            <a:alphaModFix/>
          </a:blip>
          <a:srcRect/>
          <a:stretch/>
        </p:blipFill>
        <p:spPr>
          <a:xfrm>
            <a:off x="118195" y="6119281"/>
            <a:ext cx="720005" cy="720000"/>
          </a:xfrm>
          <a:prstGeom prst="rect">
            <a:avLst/>
          </a:prstGeom>
          <a:noFill/>
          <a:ln>
            <a:noFill/>
          </a:ln>
        </p:spPr>
      </p:pic>
      <p:pic>
        <p:nvPicPr>
          <p:cNvPr id="26" name="Google Shape;26;p3"/>
          <p:cNvPicPr preferRelativeResize="0"/>
          <p:nvPr/>
        </p:nvPicPr>
        <p:blipFill rotWithShape="1">
          <a:blip r:embed="rId3">
            <a:alphaModFix/>
          </a:blip>
          <a:srcRect/>
          <a:stretch/>
        </p:blipFill>
        <p:spPr>
          <a:xfrm>
            <a:off x="11353800" y="6138000"/>
            <a:ext cx="720003" cy="720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4400"/>
              <a:buFont typeface="Times New Roman"/>
              <a:buNone/>
              <a:defRPr>
                <a:solidFill>
                  <a:srgbClr val="00343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838200" y="1825625"/>
            <a:ext cx="5181600" cy="4025899"/>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3A3838"/>
              </a:buClr>
              <a:buSzPts val="2800"/>
              <a:buChar char="•"/>
              <a:defRPr>
                <a:solidFill>
                  <a:srgbClr val="3A3838"/>
                </a:solidFill>
              </a:defRPr>
            </a:lvl1pPr>
            <a:lvl2pPr marL="914400" lvl="1" indent="-381000" algn="l">
              <a:lnSpc>
                <a:spcPct val="90000"/>
              </a:lnSpc>
              <a:spcBef>
                <a:spcPts val="500"/>
              </a:spcBef>
              <a:spcAft>
                <a:spcPts val="0"/>
              </a:spcAft>
              <a:buClr>
                <a:srgbClr val="3A3838"/>
              </a:buClr>
              <a:buSzPts val="2400"/>
              <a:buChar char="•"/>
              <a:defRPr>
                <a:solidFill>
                  <a:srgbClr val="3A3838"/>
                </a:solidFill>
              </a:defRPr>
            </a:lvl2pPr>
            <a:lvl3pPr marL="1371600" lvl="2" indent="-355600" algn="l">
              <a:lnSpc>
                <a:spcPct val="90000"/>
              </a:lnSpc>
              <a:spcBef>
                <a:spcPts val="500"/>
              </a:spcBef>
              <a:spcAft>
                <a:spcPts val="0"/>
              </a:spcAft>
              <a:buClr>
                <a:srgbClr val="3A3838"/>
              </a:buClr>
              <a:buSzPts val="2000"/>
              <a:buChar char="•"/>
              <a:defRPr>
                <a:solidFill>
                  <a:srgbClr val="3A3838"/>
                </a:solidFill>
              </a:defRPr>
            </a:lvl3pPr>
            <a:lvl4pPr marL="1828800" lvl="3" indent="-342900" algn="l">
              <a:lnSpc>
                <a:spcPct val="90000"/>
              </a:lnSpc>
              <a:spcBef>
                <a:spcPts val="500"/>
              </a:spcBef>
              <a:spcAft>
                <a:spcPts val="0"/>
              </a:spcAft>
              <a:buClr>
                <a:srgbClr val="3A3838"/>
              </a:buClr>
              <a:buSzPts val="1800"/>
              <a:buChar char="•"/>
              <a:defRPr>
                <a:solidFill>
                  <a:srgbClr val="3A3838"/>
                </a:solidFill>
              </a:defRPr>
            </a:lvl4pPr>
            <a:lvl5pPr marL="2286000" lvl="4" indent="-342900" algn="l">
              <a:lnSpc>
                <a:spcPct val="90000"/>
              </a:lnSpc>
              <a:spcBef>
                <a:spcPts val="500"/>
              </a:spcBef>
              <a:spcAft>
                <a:spcPts val="0"/>
              </a:spcAft>
              <a:buClr>
                <a:srgbClr val="3A3838"/>
              </a:buClr>
              <a:buSzPts val="1800"/>
              <a:buChar char="•"/>
              <a:defRPr>
                <a:solidFill>
                  <a:srgbClr val="3A3838"/>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2"/>
          </p:nvPr>
        </p:nvSpPr>
        <p:spPr>
          <a:xfrm>
            <a:off x="6172200" y="1825625"/>
            <a:ext cx="5181600" cy="4025899"/>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3A3838"/>
              </a:buClr>
              <a:buSzPts val="2800"/>
              <a:buChar char="•"/>
              <a:defRPr>
                <a:solidFill>
                  <a:srgbClr val="3A3838"/>
                </a:solidFill>
              </a:defRPr>
            </a:lvl1pPr>
            <a:lvl2pPr marL="914400" lvl="1" indent="-381000" algn="l">
              <a:lnSpc>
                <a:spcPct val="90000"/>
              </a:lnSpc>
              <a:spcBef>
                <a:spcPts val="500"/>
              </a:spcBef>
              <a:spcAft>
                <a:spcPts val="0"/>
              </a:spcAft>
              <a:buClr>
                <a:srgbClr val="3A3838"/>
              </a:buClr>
              <a:buSzPts val="2400"/>
              <a:buChar char="•"/>
              <a:defRPr>
                <a:solidFill>
                  <a:srgbClr val="3A3838"/>
                </a:solidFill>
              </a:defRPr>
            </a:lvl2pPr>
            <a:lvl3pPr marL="1371600" lvl="2" indent="-355600" algn="l">
              <a:lnSpc>
                <a:spcPct val="90000"/>
              </a:lnSpc>
              <a:spcBef>
                <a:spcPts val="500"/>
              </a:spcBef>
              <a:spcAft>
                <a:spcPts val="0"/>
              </a:spcAft>
              <a:buClr>
                <a:srgbClr val="3A3838"/>
              </a:buClr>
              <a:buSzPts val="2000"/>
              <a:buChar char="•"/>
              <a:defRPr>
                <a:solidFill>
                  <a:srgbClr val="3A3838"/>
                </a:solidFill>
              </a:defRPr>
            </a:lvl3pPr>
            <a:lvl4pPr marL="1828800" lvl="3" indent="-342900" algn="l">
              <a:lnSpc>
                <a:spcPct val="90000"/>
              </a:lnSpc>
              <a:spcBef>
                <a:spcPts val="500"/>
              </a:spcBef>
              <a:spcAft>
                <a:spcPts val="0"/>
              </a:spcAft>
              <a:buClr>
                <a:srgbClr val="3A3838"/>
              </a:buClr>
              <a:buSzPts val="1800"/>
              <a:buChar char="•"/>
              <a:defRPr>
                <a:solidFill>
                  <a:srgbClr val="3A3838"/>
                </a:solidFill>
              </a:defRPr>
            </a:lvl4pPr>
            <a:lvl5pPr marL="2286000" lvl="4" indent="-342900" algn="l">
              <a:lnSpc>
                <a:spcPct val="90000"/>
              </a:lnSpc>
              <a:spcBef>
                <a:spcPts val="500"/>
              </a:spcBef>
              <a:spcAft>
                <a:spcPts val="0"/>
              </a:spcAft>
              <a:buClr>
                <a:srgbClr val="3A3838"/>
              </a:buClr>
              <a:buSzPts val="1800"/>
              <a:buChar char="•"/>
              <a:defRPr>
                <a:solidFill>
                  <a:srgbClr val="3A3838"/>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
          <p:cNvSpPr/>
          <p:nvPr/>
        </p:nvSpPr>
        <p:spPr>
          <a:xfrm>
            <a:off x="0" y="6101395"/>
            <a:ext cx="12192000" cy="756605"/>
          </a:xfrm>
          <a:prstGeom prst="rect">
            <a:avLst/>
          </a:prstGeom>
          <a:solidFill>
            <a:srgbClr val="0034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 name="Google Shape;39;p5"/>
          <p:cNvSpPr txBox="1"/>
          <p:nvPr/>
        </p:nvSpPr>
        <p:spPr>
          <a:xfrm>
            <a:off x="838200" y="6294615"/>
            <a:ext cx="437779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lt1"/>
                </a:solidFill>
                <a:latin typeface="Times New Roman"/>
                <a:ea typeface="Times New Roman"/>
                <a:cs typeface="Times New Roman"/>
                <a:sym typeface="Times New Roman"/>
              </a:rPr>
              <a:t>Department of Health, Philippines</a:t>
            </a:r>
            <a:endParaRPr/>
          </a:p>
        </p:txBody>
      </p:sp>
      <p:pic>
        <p:nvPicPr>
          <p:cNvPr id="40" name="Google Shape;40;p5"/>
          <p:cNvPicPr preferRelativeResize="0"/>
          <p:nvPr/>
        </p:nvPicPr>
        <p:blipFill rotWithShape="1">
          <a:blip r:embed="rId2">
            <a:alphaModFix/>
          </a:blip>
          <a:srcRect/>
          <a:stretch/>
        </p:blipFill>
        <p:spPr>
          <a:xfrm>
            <a:off x="118195" y="6119281"/>
            <a:ext cx="720005" cy="720000"/>
          </a:xfrm>
          <a:prstGeom prst="rect">
            <a:avLst/>
          </a:prstGeom>
          <a:noFill/>
          <a:ln>
            <a:noFill/>
          </a:ln>
        </p:spPr>
      </p:pic>
      <p:pic>
        <p:nvPicPr>
          <p:cNvPr id="41" name="Google Shape;41;p5"/>
          <p:cNvPicPr preferRelativeResize="0"/>
          <p:nvPr/>
        </p:nvPicPr>
        <p:blipFill rotWithShape="1">
          <a:blip r:embed="rId3">
            <a:alphaModFix/>
          </a:blip>
          <a:srcRect/>
          <a:stretch/>
        </p:blipFill>
        <p:spPr>
          <a:xfrm>
            <a:off x="11353800" y="6138000"/>
            <a:ext cx="720003" cy="720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rgbClr val="3A3838"/>
              </a:buClr>
              <a:buSzPts val="2400"/>
              <a:buNone/>
              <a:defRPr sz="2400" b="1">
                <a:solidFill>
                  <a:srgbClr val="3A3838"/>
                </a:solidFill>
                <a:latin typeface="Times New Roman"/>
                <a:ea typeface="Times New Roman"/>
                <a:cs typeface="Times New Roman"/>
                <a:sym typeface="Times New Roman"/>
              </a:defRPr>
            </a:lvl1pPr>
            <a:lvl2pPr marL="914400" lvl="1" indent="-228600" algn="l">
              <a:lnSpc>
                <a:spcPct val="90000"/>
              </a:lnSpc>
              <a:spcBef>
                <a:spcPts val="500"/>
              </a:spcBef>
              <a:spcAft>
                <a:spcPts val="0"/>
              </a:spcAft>
              <a:buClr>
                <a:srgbClr val="003432"/>
              </a:buClr>
              <a:buSzPts val="2000"/>
              <a:buNone/>
              <a:defRPr sz="2000" b="1"/>
            </a:lvl2pPr>
            <a:lvl3pPr marL="1371600" lvl="2" indent="-228600" algn="l">
              <a:lnSpc>
                <a:spcPct val="90000"/>
              </a:lnSpc>
              <a:spcBef>
                <a:spcPts val="500"/>
              </a:spcBef>
              <a:spcAft>
                <a:spcPts val="0"/>
              </a:spcAft>
              <a:buClr>
                <a:srgbClr val="003432"/>
              </a:buClr>
              <a:buSzPts val="1800"/>
              <a:buNone/>
              <a:defRPr sz="1800" b="1"/>
            </a:lvl3pPr>
            <a:lvl4pPr marL="1828800" lvl="3" indent="-228600" algn="l">
              <a:lnSpc>
                <a:spcPct val="90000"/>
              </a:lnSpc>
              <a:spcBef>
                <a:spcPts val="500"/>
              </a:spcBef>
              <a:spcAft>
                <a:spcPts val="0"/>
              </a:spcAft>
              <a:buClr>
                <a:srgbClr val="003432"/>
              </a:buClr>
              <a:buSzPts val="1600"/>
              <a:buNone/>
              <a:defRPr sz="1600" b="1"/>
            </a:lvl4pPr>
            <a:lvl5pPr marL="2286000" lvl="4" indent="-228600" algn="l">
              <a:lnSpc>
                <a:spcPct val="90000"/>
              </a:lnSpc>
              <a:spcBef>
                <a:spcPts val="500"/>
              </a:spcBef>
              <a:spcAft>
                <a:spcPts val="0"/>
              </a:spcAft>
              <a:buClr>
                <a:srgbClr val="00343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2"/>
          </p:nvPr>
        </p:nvSpPr>
        <p:spPr>
          <a:xfrm>
            <a:off x="839788" y="2505075"/>
            <a:ext cx="5157787" cy="3215994"/>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3A3838"/>
              </a:buClr>
              <a:buSzPts val="2800"/>
              <a:buChar char="•"/>
              <a:defRPr>
                <a:solidFill>
                  <a:srgbClr val="3A3838"/>
                </a:solidFill>
                <a:latin typeface="Times New Roman"/>
                <a:ea typeface="Times New Roman"/>
                <a:cs typeface="Times New Roman"/>
                <a:sym typeface="Times New Roman"/>
              </a:defRPr>
            </a:lvl1pPr>
            <a:lvl2pPr marL="914400" lvl="1" indent="-381000" algn="l">
              <a:lnSpc>
                <a:spcPct val="90000"/>
              </a:lnSpc>
              <a:spcBef>
                <a:spcPts val="500"/>
              </a:spcBef>
              <a:spcAft>
                <a:spcPts val="0"/>
              </a:spcAft>
              <a:buClr>
                <a:srgbClr val="3A3838"/>
              </a:buClr>
              <a:buSzPts val="2400"/>
              <a:buChar char="•"/>
              <a:defRPr>
                <a:solidFill>
                  <a:srgbClr val="3A3838"/>
                </a:solidFill>
                <a:latin typeface="Times New Roman"/>
                <a:ea typeface="Times New Roman"/>
                <a:cs typeface="Times New Roman"/>
                <a:sym typeface="Times New Roman"/>
              </a:defRPr>
            </a:lvl2pPr>
            <a:lvl3pPr marL="1371600" lvl="2" indent="-355600" algn="l">
              <a:lnSpc>
                <a:spcPct val="90000"/>
              </a:lnSpc>
              <a:spcBef>
                <a:spcPts val="500"/>
              </a:spcBef>
              <a:spcAft>
                <a:spcPts val="0"/>
              </a:spcAft>
              <a:buClr>
                <a:srgbClr val="3A3838"/>
              </a:buClr>
              <a:buSzPts val="2000"/>
              <a:buChar char="•"/>
              <a:defRPr>
                <a:solidFill>
                  <a:srgbClr val="3A3838"/>
                </a:solidFill>
                <a:latin typeface="Times New Roman"/>
                <a:ea typeface="Times New Roman"/>
                <a:cs typeface="Times New Roman"/>
                <a:sym typeface="Times New Roman"/>
              </a:defRPr>
            </a:lvl3pPr>
            <a:lvl4pPr marL="1828800" lvl="3" indent="-342900" algn="l">
              <a:lnSpc>
                <a:spcPct val="90000"/>
              </a:lnSpc>
              <a:spcBef>
                <a:spcPts val="500"/>
              </a:spcBef>
              <a:spcAft>
                <a:spcPts val="0"/>
              </a:spcAft>
              <a:buClr>
                <a:srgbClr val="3A3838"/>
              </a:buClr>
              <a:buSzPts val="1800"/>
              <a:buChar char="•"/>
              <a:defRPr>
                <a:solidFill>
                  <a:srgbClr val="3A3838"/>
                </a:solidFill>
                <a:latin typeface="Times New Roman"/>
                <a:ea typeface="Times New Roman"/>
                <a:cs typeface="Times New Roman"/>
                <a:sym typeface="Times New Roman"/>
              </a:defRPr>
            </a:lvl4pPr>
            <a:lvl5pPr marL="2286000" lvl="4" indent="-342900" algn="l">
              <a:lnSpc>
                <a:spcPct val="90000"/>
              </a:lnSpc>
              <a:spcBef>
                <a:spcPts val="500"/>
              </a:spcBef>
              <a:spcAft>
                <a:spcPts val="0"/>
              </a:spcAft>
              <a:buClr>
                <a:srgbClr val="3A3838"/>
              </a:buClr>
              <a:buSzPts val="1800"/>
              <a:buChar char="•"/>
              <a:defRPr>
                <a:solidFill>
                  <a:srgbClr val="3A3838"/>
                </a:solidFill>
                <a:latin typeface="Times New Roman"/>
                <a:ea typeface="Times New Roman"/>
                <a:cs typeface="Times New Roman"/>
                <a:sym typeface="Times New Roman"/>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rgbClr val="3A3838"/>
              </a:buClr>
              <a:buSzPts val="2400"/>
              <a:buNone/>
              <a:defRPr sz="2400" b="1">
                <a:solidFill>
                  <a:srgbClr val="3A3838"/>
                </a:solidFill>
                <a:latin typeface="Times New Roman"/>
                <a:ea typeface="Times New Roman"/>
                <a:cs typeface="Times New Roman"/>
                <a:sym typeface="Times New Roman"/>
              </a:defRPr>
            </a:lvl1pPr>
            <a:lvl2pPr marL="914400" lvl="1" indent="-228600" algn="l">
              <a:lnSpc>
                <a:spcPct val="90000"/>
              </a:lnSpc>
              <a:spcBef>
                <a:spcPts val="500"/>
              </a:spcBef>
              <a:spcAft>
                <a:spcPts val="0"/>
              </a:spcAft>
              <a:buClr>
                <a:srgbClr val="003432"/>
              </a:buClr>
              <a:buSzPts val="2000"/>
              <a:buNone/>
              <a:defRPr sz="2000" b="1"/>
            </a:lvl2pPr>
            <a:lvl3pPr marL="1371600" lvl="2" indent="-228600" algn="l">
              <a:lnSpc>
                <a:spcPct val="90000"/>
              </a:lnSpc>
              <a:spcBef>
                <a:spcPts val="500"/>
              </a:spcBef>
              <a:spcAft>
                <a:spcPts val="0"/>
              </a:spcAft>
              <a:buClr>
                <a:srgbClr val="003432"/>
              </a:buClr>
              <a:buSzPts val="1800"/>
              <a:buNone/>
              <a:defRPr sz="1800" b="1"/>
            </a:lvl3pPr>
            <a:lvl4pPr marL="1828800" lvl="3" indent="-228600" algn="l">
              <a:lnSpc>
                <a:spcPct val="90000"/>
              </a:lnSpc>
              <a:spcBef>
                <a:spcPts val="500"/>
              </a:spcBef>
              <a:spcAft>
                <a:spcPts val="0"/>
              </a:spcAft>
              <a:buClr>
                <a:srgbClr val="003432"/>
              </a:buClr>
              <a:buSzPts val="1600"/>
              <a:buNone/>
              <a:defRPr sz="1600" b="1"/>
            </a:lvl4pPr>
            <a:lvl5pPr marL="2286000" lvl="4" indent="-228600" algn="l">
              <a:lnSpc>
                <a:spcPct val="90000"/>
              </a:lnSpc>
              <a:spcBef>
                <a:spcPts val="500"/>
              </a:spcBef>
              <a:spcAft>
                <a:spcPts val="0"/>
              </a:spcAft>
              <a:buClr>
                <a:srgbClr val="00343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
          <p:cNvSpPr txBox="1">
            <a:spLocks noGrp="1"/>
          </p:cNvSpPr>
          <p:nvPr>
            <p:ph type="body" idx="4"/>
          </p:nvPr>
        </p:nvSpPr>
        <p:spPr>
          <a:xfrm>
            <a:off x="6172200" y="2505075"/>
            <a:ext cx="5183188" cy="3215994"/>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rgbClr val="3A3838"/>
              </a:buClr>
              <a:buSzPts val="2800"/>
              <a:buChar char="•"/>
              <a:defRPr>
                <a:solidFill>
                  <a:srgbClr val="3A3838"/>
                </a:solidFill>
                <a:latin typeface="Times New Roman"/>
                <a:ea typeface="Times New Roman"/>
                <a:cs typeface="Times New Roman"/>
                <a:sym typeface="Times New Roman"/>
              </a:defRPr>
            </a:lvl1pPr>
            <a:lvl2pPr marL="914400" lvl="1" indent="-381000" algn="l">
              <a:lnSpc>
                <a:spcPct val="90000"/>
              </a:lnSpc>
              <a:spcBef>
                <a:spcPts val="500"/>
              </a:spcBef>
              <a:spcAft>
                <a:spcPts val="0"/>
              </a:spcAft>
              <a:buClr>
                <a:srgbClr val="3A3838"/>
              </a:buClr>
              <a:buSzPts val="2400"/>
              <a:buChar char="•"/>
              <a:defRPr>
                <a:solidFill>
                  <a:srgbClr val="3A3838"/>
                </a:solidFill>
                <a:latin typeface="Times New Roman"/>
                <a:ea typeface="Times New Roman"/>
                <a:cs typeface="Times New Roman"/>
                <a:sym typeface="Times New Roman"/>
              </a:defRPr>
            </a:lvl2pPr>
            <a:lvl3pPr marL="1371600" lvl="2" indent="-355600" algn="l">
              <a:lnSpc>
                <a:spcPct val="90000"/>
              </a:lnSpc>
              <a:spcBef>
                <a:spcPts val="500"/>
              </a:spcBef>
              <a:spcAft>
                <a:spcPts val="0"/>
              </a:spcAft>
              <a:buClr>
                <a:srgbClr val="3A3838"/>
              </a:buClr>
              <a:buSzPts val="2000"/>
              <a:buChar char="•"/>
              <a:defRPr>
                <a:solidFill>
                  <a:srgbClr val="3A3838"/>
                </a:solidFill>
                <a:latin typeface="Times New Roman"/>
                <a:ea typeface="Times New Roman"/>
                <a:cs typeface="Times New Roman"/>
                <a:sym typeface="Times New Roman"/>
              </a:defRPr>
            </a:lvl3pPr>
            <a:lvl4pPr marL="1828800" lvl="3" indent="-342900" algn="l">
              <a:lnSpc>
                <a:spcPct val="90000"/>
              </a:lnSpc>
              <a:spcBef>
                <a:spcPts val="500"/>
              </a:spcBef>
              <a:spcAft>
                <a:spcPts val="0"/>
              </a:spcAft>
              <a:buClr>
                <a:srgbClr val="3A3838"/>
              </a:buClr>
              <a:buSzPts val="1800"/>
              <a:buChar char="•"/>
              <a:defRPr>
                <a:solidFill>
                  <a:srgbClr val="3A3838"/>
                </a:solidFill>
                <a:latin typeface="Times New Roman"/>
                <a:ea typeface="Times New Roman"/>
                <a:cs typeface="Times New Roman"/>
                <a:sym typeface="Times New Roman"/>
              </a:defRPr>
            </a:lvl4pPr>
            <a:lvl5pPr marL="2286000" lvl="4" indent="-342900" algn="l">
              <a:lnSpc>
                <a:spcPct val="90000"/>
              </a:lnSpc>
              <a:spcBef>
                <a:spcPts val="500"/>
              </a:spcBef>
              <a:spcAft>
                <a:spcPts val="0"/>
              </a:spcAft>
              <a:buClr>
                <a:srgbClr val="3A3838"/>
              </a:buClr>
              <a:buSzPts val="1800"/>
              <a:buChar char="•"/>
              <a:defRPr>
                <a:solidFill>
                  <a:srgbClr val="3A3838"/>
                </a:solidFill>
                <a:latin typeface="Times New Roman"/>
                <a:ea typeface="Times New Roman"/>
                <a:cs typeface="Times New Roman"/>
                <a:sym typeface="Times New Roman"/>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
          <p:cNvSpPr/>
          <p:nvPr/>
        </p:nvSpPr>
        <p:spPr>
          <a:xfrm>
            <a:off x="0" y="6101395"/>
            <a:ext cx="12192000" cy="756605"/>
          </a:xfrm>
          <a:prstGeom prst="rect">
            <a:avLst/>
          </a:prstGeom>
          <a:solidFill>
            <a:srgbClr val="0034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838"/>
              </a:solidFill>
              <a:latin typeface="Times New Roman"/>
              <a:ea typeface="Times New Roman"/>
              <a:cs typeface="Times New Roman"/>
              <a:sym typeface="Times New Roman"/>
            </a:endParaRPr>
          </a:p>
        </p:txBody>
      </p:sp>
      <p:sp>
        <p:nvSpPr>
          <p:cNvPr id="49" name="Google Shape;49;p6"/>
          <p:cNvSpPr txBox="1"/>
          <p:nvPr/>
        </p:nvSpPr>
        <p:spPr>
          <a:xfrm>
            <a:off x="838200" y="6294615"/>
            <a:ext cx="437779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lt1"/>
                </a:solidFill>
                <a:latin typeface="Times New Roman"/>
                <a:ea typeface="Times New Roman"/>
                <a:cs typeface="Times New Roman"/>
                <a:sym typeface="Times New Roman"/>
              </a:rPr>
              <a:t>Department of Health, Philippines</a:t>
            </a:r>
            <a:endParaRPr/>
          </a:p>
        </p:txBody>
      </p:sp>
      <p:pic>
        <p:nvPicPr>
          <p:cNvPr id="50" name="Google Shape;50;p6"/>
          <p:cNvPicPr preferRelativeResize="0"/>
          <p:nvPr/>
        </p:nvPicPr>
        <p:blipFill rotWithShape="1">
          <a:blip r:embed="rId2">
            <a:alphaModFix/>
          </a:blip>
          <a:srcRect/>
          <a:stretch/>
        </p:blipFill>
        <p:spPr>
          <a:xfrm>
            <a:off x="118195" y="6119281"/>
            <a:ext cx="720005" cy="720000"/>
          </a:xfrm>
          <a:prstGeom prst="rect">
            <a:avLst/>
          </a:prstGeom>
          <a:noFill/>
          <a:ln>
            <a:noFill/>
          </a:ln>
        </p:spPr>
      </p:pic>
      <p:pic>
        <p:nvPicPr>
          <p:cNvPr id="51" name="Google Shape;51;p6"/>
          <p:cNvPicPr preferRelativeResize="0"/>
          <p:nvPr/>
        </p:nvPicPr>
        <p:blipFill rotWithShape="1">
          <a:blip r:embed="rId3">
            <a:alphaModFix/>
          </a:blip>
          <a:srcRect/>
          <a:stretch/>
        </p:blipFill>
        <p:spPr>
          <a:xfrm>
            <a:off x="11353800" y="6138000"/>
            <a:ext cx="720003" cy="720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4400"/>
              <a:buFont typeface="Times New Roman"/>
              <a:buNone/>
              <a:defRPr>
                <a:solidFill>
                  <a:srgbClr val="00343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8"/>
          <p:cNvSpPr/>
          <p:nvPr/>
        </p:nvSpPr>
        <p:spPr>
          <a:xfrm>
            <a:off x="0" y="0"/>
            <a:ext cx="12192000" cy="6858000"/>
          </a:xfrm>
          <a:prstGeom prst="rect">
            <a:avLst/>
          </a:prstGeom>
          <a:solidFill>
            <a:srgbClr val="0034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3432"/>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rgbClr val="3A3838"/>
              </a:buClr>
              <a:buSzPts val="3200"/>
              <a:buChar char="•"/>
              <a:defRPr sz="3200">
                <a:solidFill>
                  <a:srgbClr val="3A3838"/>
                </a:solidFill>
              </a:defRPr>
            </a:lvl1pPr>
            <a:lvl2pPr marL="914400" lvl="1" indent="-406400" algn="l">
              <a:lnSpc>
                <a:spcPct val="90000"/>
              </a:lnSpc>
              <a:spcBef>
                <a:spcPts val="500"/>
              </a:spcBef>
              <a:spcAft>
                <a:spcPts val="0"/>
              </a:spcAft>
              <a:buClr>
                <a:srgbClr val="3A3838"/>
              </a:buClr>
              <a:buSzPts val="2800"/>
              <a:buChar char="•"/>
              <a:defRPr sz="2800">
                <a:solidFill>
                  <a:srgbClr val="3A3838"/>
                </a:solidFill>
              </a:defRPr>
            </a:lvl2pPr>
            <a:lvl3pPr marL="1371600" lvl="2" indent="-381000" algn="l">
              <a:lnSpc>
                <a:spcPct val="90000"/>
              </a:lnSpc>
              <a:spcBef>
                <a:spcPts val="500"/>
              </a:spcBef>
              <a:spcAft>
                <a:spcPts val="0"/>
              </a:spcAft>
              <a:buClr>
                <a:srgbClr val="3A3838"/>
              </a:buClr>
              <a:buSzPts val="2400"/>
              <a:buChar char="•"/>
              <a:defRPr sz="2400">
                <a:solidFill>
                  <a:srgbClr val="3A3838"/>
                </a:solidFill>
              </a:defRPr>
            </a:lvl3pPr>
            <a:lvl4pPr marL="1828800" lvl="3" indent="-355600" algn="l">
              <a:lnSpc>
                <a:spcPct val="90000"/>
              </a:lnSpc>
              <a:spcBef>
                <a:spcPts val="500"/>
              </a:spcBef>
              <a:spcAft>
                <a:spcPts val="0"/>
              </a:spcAft>
              <a:buClr>
                <a:srgbClr val="3A3838"/>
              </a:buClr>
              <a:buSzPts val="2000"/>
              <a:buChar char="•"/>
              <a:defRPr sz="2000">
                <a:solidFill>
                  <a:srgbClr val="3A3838"/>
                </a:solidFill>
              </a:defRPr>
            </a:lvl4pPr>
            <a:lvl5pPr marL="2286000" lvl="4" indent="-355600" algn="l">
              <a:lnSpc>
                <a:spcPct val="90000"/>
              </a:lnSpc>
              <a:spcBef>
                <a:spcPts val="500"/>
              </a:spcBef>
              <a:spcAft>
                <a:spcPts val="0"/>
              </a:spcAft>
              <a:buClr>
                <a:srgbClr val="3A3838"/>
              </a:buClr>
              <a:buSzPts val="2000"/>
              <a:buChar char="•"/>
              <a:defRPr sz="2000">
                <a:solidFill>
                  <a:srgbClr val="3A3838"/>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3A3838"/>
              </a:buClr>
              <a:buSzPts val="1600"/>
              <a:buNone/>
              <a:defRPr sz="1600">
                <a:solidFill>
                  <a:srgbClr val="3A3838"/>
                </a:solidFill>
              </a:defRPr>
            </a:lvl1pPr>
            <a:lvl2pPr marL="914400" lvl="1" indent="-228600" algn="l">
              <a:lnSpc>
                <a:spcPct val="90000"/>
              </a:lnSpc>
              <a:spcBef>
                <a:spcPts val="500"/>
              </a:spcBef>
              <a:spcAft>
                <a:spcPts val="0"/>
              </a:spcAft>
              <a:buClr>
                <a:srgbClr val="003432"/>
              </a:buClr>
              <a:buSzPts val="1400"/>
              <a:buNone/>
              <a:defRPr sz="1400"/>
            </a:lvl2pPr>
            <a:lvl3pPr marL="1371600" lvl="2" indent="-228600" algn="l">
              <a:lnSpc>
                <a:spcPct val="90000"/>
              </a:lnSpc>
              <a:spcBef>
                <a:spcPts val="500"/>
              </a:spcBef>
              <a:spcAft>
                <a:spcPts val="0"/>
              </a:spcAft>
              <a:buClr>
                <a:srgbClr val="003432"/>
              </a:buClr>
              <a:buSzPts val="1200"/>
              <a:buNone/>
              <a:defRPr sz="1200"/>
            </a:lvl3pPr>
            <a:lvl4pPr marL="1828800" lvl="3" indent="-228600" algn="l">
              <a:lnSpc>
                <a:spcPct val="90000"/>
              </a:lnSpc>
              <a:spcBef>
                <a:spcPts val="500"/>
              </a:spcBef>
              <a:spcAft>
                <a:spcPts val="0"/>
              </a:spcAft>
              <a:buClr>
                <a:srgbClr val="003432"/>
              </a:buClr>
              <a:buSzPts val="1000"/>
              <a:buNone/>
              <a:defRPr sz="1000"/>
            </a:lvl4pPr>
            <a:lvl5pPr marL="2286000" lvl="4" indent="-228600" algn="l">
              <a:lnSpc>
                <a:spcPct val="90000"/>
              </a:lnSpc>
              <a:spcBef>
                <a:spcPts val="500"/>
              </a:spcBef>
              <a:spcAft>
                <a:spcPts val="0"/>
              </a:spcAft>
              <a:buClr>
                <a:srgbClr val="00343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3432"/>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3A3838"/>
              </a:buClr>
              <a:buSzPts val="3200"/>
              <a:buFont typeface="Arial"/>
              <a:buNone/>
              <a:defRPr sz="3200" b="0" i="0" u="none" strike="noStrike" cap="none">
                <a:solidFill>
                  <a:srgbClr val="3A3838"/>
                </a:solidFill>
                <a:latin typeface="Times New Roman"/>
                <a:ea typeface="Times New Roman"/>
                <a:cs typeface="Times New Roman"/>
                <a:sym typeface="Times New Roman"/>
              </a:defRPr>
            </a:lvl1pPr>
            <a:lvl2pPr marR="0" lvl="1" algn="l" rtl="0">
              <a:lnSpc>
                <a:spcPct val="90000"/>
              </a:lnSpc>
              <a:spcBef>
                <a:spcPts val="500"/>
              </a:spcBef>
              <a:spcAft>
                <a:spcPts val="0"/>
              </a:spcAft>
              <a:buClr>
                <a:srgbClr val="003432"/>
              </a:buClr>
              <a:buSzPts val="2800"/>
              <a:buFont typeface="Arial"/>
              <a:buNone/>
              <a:defRPr sz="2800" b="0" i="0" u="none" strike="noStrike" cap="none">
                <a:solidFill>
                  <a:srgbClr val="003432"/>
                </a:solidFill>
                <a:latin typeface="Times New Roman"/>
                <a:ea typeface="Times New Roman"/>
                <a:cs typeface="Times New Roman"/>
                <a:sym typeface="Times New Roman"/>
              </a:defRPr>
            </a:lvl2pPr>
            <a:lvl3pPr marR="0" lvl="2" algn="l" rtl="0">
              <a:lnSpc>
                <a:spcPct val="90000"/>
              </a:lnSpc>
              <a:spcBef>
                <a:spcPts val="500"/>
              </a:spcBef>
              <a:spcAft>
                <a:spcPts val="0"/>
              </a:spcAft>
              <a:buClr>
                <a:srgbClr val="003432"/>
              </a:buClr>
              <a:buSzPts val="2400"/>
              <a:buFont typeface="Arial"/>
              <a:buNone/>
              <a:defRPr sz="2400" b="0" i="0" u="none" strike="noStrike" cap="none">
                <a:solidFill>
                  <a:srgbClr val="003432"/>
                </a:solidFill>
                <a:latin typeface="Times New Roman"/>
                <a:ea typeface="Times New Roman"/>
                <a:cs typeface="Times New Roman"/>
                <a:sym typeface="Times New Roman"/>
              </a:defRPr>
            </a:lvl3pPr>
            <a:lvl4pPr marR="0" lvl="3" algn="l" rtl="0">
              <a:lnSpc>
                <a:spcPct val="90000"/>
              </a:lnSpc>
              <a:spcBef>
                <a:spcPts val="500"/>
              </a:spcBef>
              <a:spcAft>
                <a:spcPts val="0"/>
              </a:spcAft>
              <a:buClr>
                <a:srgbClr val="003432"/>
              </a:buClr>
              <a:buSzPts val="2000"/>
              <a:buFont typeface="Arial"/>
              <a:buNone/>
              <a:defRPr sz="2000" b="0" i="0" u="none" strike="noStrike" cap="none">
                <a:solidFill>
                  <a:srgbClr val="003432"/>
                </a:solidFill>
                <a:latin typeface="Times New Roman"/>
                <a:ea typeface="Times New Roman"/>
                <a:cs typeface="Times New Roman"/>
                <a:sym typeface="Times New Roman"/>
              </a:defRPr>
            </a:lvl4pPr>
            <a:lvl5pPr marR="0" lvl="4" algn="l" rtl="0">
              <a:lnSpc>
                <a:spcPct val="90000"/>
              </a:lnSpc>
              <a:spcBef>
                <a:spcPts val="500"/>
              </a:spcBef>
              <a:spcAft>
                <a:spcPts val="0"/>
              </a:spcAft>
              <a:buClr>
                <a:srgbClr val="003432"/>
              </a:buClr>
              <a:buSzPts val="2000"/>
              <a:buFont typeface="Arial"/>
              <a:buNone/>
              <a:defRPr sz="2000" b="0" i="0" u="none" strike="noStrike" cap="none">
                <a:solidFill>
                  <a:srgbClr val="003432"/>
                </a:solidFill>
                <a:latin typeface="Times New Roman"/>
                <a:ea typeface="Times New Roman"/>
                <a:cs typeface="Times New Roman"/>
                <a:sym typeface="Times New Roman"/>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3A3838"/>
              </a:buClr>
              <a:buSzPts val="1600"/>
              <a:buNone/>
              <a:defRPr sz="1600">
                <a:solidFill>
                  <a:srgbClr val="3A3838"/>
                </a:solidFill>
              </a:defRPr>
            </a:lvl1pPr>
            <a:lvl2pPr marL="914400" lvl="1" indent="-228600" algn="l">
              <a:lnSpc>
                <a:spcPct val="90000"/>
              </a:lnSpc>
              <a:spcBef>
                <a:spcPts val="500"/>
              </a:spcBef>
              <a:spcAft>
                <a:spcPts val="0"/>
              </a:spcAft>
              <a:buClr>
                <a:srgbClr val="003432"/>
              </a:buClr>
              <a:buSzPts val="1400"/>
              <a:buNone/>
              <a:defRPr sz="1400"/>
            </a:lvl2pPr>
            <a:lvl3pPr marL="1371600" lvl="2" indent="-228600" algn="l">
              <a:lnSpc>
                <a:spcPct val="90000"/>
              </a:lnSpc>
              <a:spcBef>
                <a:spcPts val="500"/>
              </a:spcBef>
              <a:spcAft>
                <a:spcPts val="0"/>
              </a:spcAft>
              <a:buClr>
                <a:srgbClr val="003432"/>
              </a:buClr>
              <a:buSzPts val="1200"/>
              <a:buNone/>
              <a:defRPr sz="1200"/>
            </a:lvl3pPr>
            <a:lvl4pPr marL="1828800" lvl="3" indent="-228600" algn="l">
              <a:lnSpc>
                <a:spcPct val="90000"/>
              </a:lnSpc>
              <a:spcBef>
                <a:spcPts val="500"/>
              </a:spcBef>
              <a:spcAft>
                <a:spcPts val="0"/>
              </a:spcAft>
              <a:buClr>
                <a:srgbClr val="003432"/>
              </a:buClr>
              <a:buSzPts val="1000"/>
              <a:buNone/>
              <a:defRPr sz="1000"/>
            </a:lvl4pPr>
            <a:lvl5pPr marL="2286000" lvl="4" indent="-228600" algn="l">
              <a:lnSpc>
                <a:spcPct val="90000"/>
              </a:lnSpc>
              <a:spcBef>
                <a:spcPts val="500"/>
              </a:spcBef>
              <a:spcAft>
                <a:spcPts val="0"/>
              </a:spcAft>
              <a:buClr>
                <a:srgbClr val="00343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rgbClr val="003432"/>
              </a:buClr>
              <a:buSzPts val="1800"/>
              <a:buChar char="•"/>
              <a:defRPr/>
            </a:lvl1pPr>
            <a:lvl2pPr marL="914400" lvl="1" indent="-342900" algn="l">
              <a:lnSpc>
                <a:spcPct val="90000"/>
              </a:lnSpc>
              <a:spcBef>
                <a:spcPts val="500"/>
              </a:spcBef>
              <a:spcAft>
                <a:spcPts val="0"/>
              </a:spcAft>
              <a:buClr>
                <a:srgbClr val="003432"/>
              </a:buClr>
              <a:buSzPts val="1800"/>
              <a:buChar char="•"/>
              <a:defRPr/>
            </a:lvl2pPr>
            <a:lvl3pPr marL="1371600" lvl="2" indent="-342900" algn="l">
              <a:lnSpc>
                <a:spcPct val="90000"/>
              </a:lnSpc>
              <a:spcBef>
                <a:spcPts val="500"/>
              </a:spcBef>
              <a:spcAft>
                <a:spcPts val="0"/>
              </a:spcAft>
              <a:buClr>
                <a:srgbClr val="003432"/>
              </a:buClr>
              <a:buSzPts val="1800"/>
              <a:buChar char="•"/>
              <a:defRPr/>
            </a:lvl3pPr>
            <a:lvl4pPr marL="1828800" lvl="3" indent="-342900" algn="l">
              <a:lnSpc>
                <a:spcPct val="90000"/>
              </a:lnSpc>
              <a:spcBef>
                <a:spcPts val="500"/>
              </a:spcBef>
              <a:spcAft>
                <a:spcPts val="0"/>
              </a:spcAft>
              <a:buClr>
                <a:srgbClr val="003432"/>
              </a:buClr>
              <a:buSzPts val="1800"/>
              <a:buChar char="•"/>
              <a:defRPr/>
            </a:lvl4pPr>
            <a:lvl5pPr marL="2286000" lvl="4" indent="-342900" algn="l">
              <a:lnSpc>
                <a:spcPct val="90000"/>
              </a:lnSpc>
              <a:spcBef>
                <a:spcPts val="500"/>
              </a:spcBef>
              <a:spcAft>
                <a:spcPts val="0"/>
              </a:spcAft>
              <a:buClr>
                <a:srgbClr val="00343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34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rgbClr val="003432"/>
              </a:buClr>
              <a:buSzPts val="1800"/>
              <a:buChar char="•"/>
              <a:defRPr/>
            </a:lvl1pPr>
            <a:lvl2pPr marL="914400" lvl="1" indent="-342900" algn="l">
              <a:lnSpc>
                <a:spcPct val="90000"/>
              </a:lnSpc>
              <a:spcBef>
                <a:spcPts val="500"/>
              </a:spcBef>
              <a:spcAft>
                <a:spcPts val="0"/>
              </a:spcAft>
              <a:buClr>
                <a:srgbClr val="003432"/>
              </a:buClr>
              <a:buSzPts val="1800"/>
              <a:buChar char="•"/>
              <a:defRPr/>
            </a:lvl2pPr>
            <a:lvl3pPr marL="1371600" lvl="2" indent="-342900" algn="l">
              <a:lnSpc>
                <a:spcPct val="90000"/>
              </a:lnSpc>
              <a:spcBef>
                <a:spcPts val="500"/>
              </a:spcBef>
              <a:spcAft>
                <a:spcPts val="0"/>
              </a:spcAft>
              <a:buClr>
                <a:srgbClr val="003432"/>
              </a:buClr>
              <a:buSzPts val="1800"/>
              <a:buChar char="•"/>
              <a:defRPr/>
            </a:lvl3pPr>
            <a:lvl4pPr marL="1828800" lvl="3" indent="-342900" algn="l">
              <a:lnSpc>
                <a:spcPct val="90000"/>
              </a:lnSpc>
              <a:spcBef>
                <a:spcPts val="500"/>
              </a:spcBef>
              <a:spcAft>
                <a:spcPts val="0"/>
              </a:spcAft>
              <a:buClr>
                <a:srgbClr val="003432"/>
              </a:buClr>
              <a:buSzPts val="1800"/>
              <a:buChar char="•"/>
              <a:defRPr/>
            </a:lvl4pPr>
            <a:lvl5pPr marL="2286000" lvl="4" indent="-342900" algn="l">
              <a:lnSpc>
                <a:spcPct val="90000"/>
              </a:lnSpc>
              <a:spcBef>
                <a:spcPts val="500"/>
              </a:spcBef>
              <a:spcAft>
                <a:spcPts val="0"/>
              </a:spcAft>
              <a:buClr>
                <a:srgbClr val="00343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3432"/>
              </a:buClr>
              <a:buSzPts val="4400"/>
              <a:buFont typeface="Times New Roman"/>
              <a:buNone/>
              <a:defRPr sz="4400" b="0" i="0" u="none" strike="noStrike" cap="none">
                <a:solidFill>
                  <a:srgbClr val="003432"/>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003432"/>
              </a:buClr>
              <a:buSzPts val="2800"/>
              <a:buFont typeface="Arial"/>
              <a:buChar char="•"/>
              <a:defRPr sz="2800" b="0" i="0" u="none" strike="noStrike" cap="none">
                <a:solidFill>
                  <a:srgbClr val="003432"/>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rgbClr val="003432"/>
              </a:buClr>
              <a:buSzPts val="2400"/>
              <a:buFont typeface="Arial"/>
              <a:buChar char="•"/>
              <a:defRPr sz="2400" b="0" i="0" u="none" strike="noStrike" cap="none">
                <a:solidFill>
                  <a:srgbClr val="003432"/>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rgbClr val="003432"/>
              </a:buClr>
              <a:buSzPts val="2000"/>
              <a:buFont typeface="Arial"/>
              <a:buChar char="•"/>
              <a:defRPr sz="2000" b="0" i="0" u="none" strike="noStrike" cap="none">
                <a:solidFill>
                  <a:srgbClr val="003432"/>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rgbClr val="003432"/>
              </a:buClr>
              <a:buSzPts val="1800"/>
              <a:buFont typeface="Arial"/>
              <a:buChar char="•"/>
              <a:defRPr sz="1800" b="0" i="0" u="none" strike="noStrike" cap="none">
                <a:solidFill>
                  <a:srgbClr val="003432"/>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rgbClr val="003432"/>
              </a:buClr>
              <a:buSzPts val="1800"/>
              <a:buFont typeface="Arial"/>
              <a:buChar char="•"/>
              <a:defRPr sz="1800" b="0" i="0" u="none" strike="noStrike" cap="none">
                <a:solidFill>
                  <a:srgbClr val="003432"/>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www.owllabs.com/blog/video-conferencing-etiquette" TargetMode="Externa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www.owllabs.com/blog/video-conferencing-etiquette"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www.theverge.com/2020/3/19/21185472/video-confere-call-tips-zoom-skype-hangouts-facetime-remote-work"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www.owllabs.com/blog/video-conferencing-etiquette"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hyperlink" Target="https://www.owllabs.com/blog/video-conferencing-etiquette"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3000"/>
            <a:lum/>
          </a:blip>
          <a:srcRect/>
          <a:stretch>
            <a:fillRect t="-9000" b="-9000"/>
          </a:stretch>
        </a:blipFill>
        <a:effectLst/>
      </p:bgPr>
    </p:bg>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4600480" y="3254935"/>
            <a:ext cx="6712289" cy="8239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5400"/>
              <a:buFont typeface="Times New Roman"/>
              <a:buNone/>
            </a:pPr>
            <a:r>
              <a:rPr lang="en-US" sz="4800" cap="none" dirty="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D</a:t>
            </a:r>
            <a:r>
              <a:rPr lang="en-US" sz="3600" cap="none" dirty="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EPARTMENT OF </a:t>
            </a:r>
            <a:r>
              <a:rPr lang="en-US" sz="4800" cap="none" dirty="0" smtClean="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H</a:t>
            </a:r>
            <a:r>
              <a:rPr lang="en-US" sz="3600" cap="none" dirty="0" smtClean="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EALTH</a:t>
            </a:r>
            <a:br>
              <a:rPr lang="en-US" sz="3600" cap="none" dirty="0" smtClean="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br>
            <a:r>
              <a:rPr lang="en-US" sz="2400" cap="none" dirty="0" smtClean="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Eastern </a:t>
            </a:r>
            <a:r>
              <a:rPr lang="en-US" sz="2400" cap="none" dirty="0" err="1" smtClean="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Visayas</a:t>
            </a:r>
            <a:r>
              <a:rPr lang="en-US" sz="2400" cap="none" dirty="0" smtClean="0">
                <a:solidFill>
                  <a:schemeClr val="lt1"/>
                </a:solidFill>
                <a:latin typeface="Times New Roman" panose="02020603050405020304" pitchFamily="18" charset="0"/>
                <a:ea typeface="Source Serif Pro Semibold" panose="02040703050405020204" pitchFamily="18" charset="0"/>
                <a:cs typeface="Times New Roman" panose="02020603050405020304" pitchFamily="18" charset="0"/>
              </a:rPr>
              <a:t> Center for Health Development</a:t>
            </a:r>
            <a:endParaRPr sz="2800" dirty="0">
              <a:latin typeface="Times New Roman" panose="02020603050405020304" pitchFamily="18" charset="0"/>
              <a:ea typeface="Source Serif Pro Semibold" panose="02040703050405020204" pitchFamily="18" charset="0"/>
              <a:cs typeface="Times New Roman" panose="02020603050405020304" pitchFamily="18" charset="0"/>
            </a:endParaRPr>
          </a:p>
        </p:txBody>
      </p:sp>
      <p:sp>
        <p:nvSpPr>
          <p:cNvPr id="90" name="Google Shape;90;p13"/>
          <p:cNvSpPr txBox="1">
            <a:spLocks noGrp="1"/>
          </p:cNvSpPr>
          <p:nvPr>
            <p:ph type="subTitle" idx="1"/>
          </p:nvPr>
        </p:nvSpPr>
        <p:spPr>
          <a:xfrm>
            <a:off x="4657630" y="2814291"/>
            <a:ext cx="4152900" cy="431119"/>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Clr>
                <a:schemeClr val="lt1"/>
              </a:buClr>
              <a:buSzPts val="2875"/>
              <a:buNone/>
            </a:pPr>
            <a:r>
              <a:rPr lang="en-US" sz="2875" cap="none" dirty="0">
                <a:solidFill>
                  <a:schemeClr val="lt1"/>
                </a:solidFill>
                <a:latin typeface="Times New Roman" panose="02020603050405020304" pitchFamily="18" charset="0"/>
                <a:ea typeface="Source Sans Pro Light" panose="020B0403030403020204" pitchFamily="34" charset="0"/>
                <a:cs typeface="Times New Roman" panose="02020603050405020304" pitchFamily="18" charset="0"/>
              </a:rPr>
              <a:t>R</a:t>
            </a:r>
            <a:r>
              <a:rPr lang="en-US" sz="1750" cap="none" dirty="0">
                <a:solidFill>
                  <a:schemeClr val="lt1"/>
                </a:solidFill>
                <a:latin typeface="Times New Roman" panose="02020603050405020304" pitchFamily="18" charset="0"/>
                <a:ea typeface="Source Sans Pro Light" panose="020B0403030403020204" pitchFamily="34" charset="0"/>
                <a:cs typeface="Times New Roman" panose="02020603050405020304" pitchFamily="18" charset="0"/>
              </a:rPr>
              <a:t>EPUBLIC OF THE </a:t>
            </a:r>
            <a:r>
              <a:rPr lang="en-US" sz="2875" cap="none" dirty="0">
                <a:solidFill>
                  <a:schemeClr val="lt1"/>
                </a:solidFill>
                <a:latin typeface="Times New Roman" panose="02020603050405020304" pitchFamily="18" charset="0"/>
                <a:ea typeface="Source Sans Pro Light" panose="020B0403030403020204" pitchFamily="34" charset="0"/>
                <a:cs typeface="Times New Roman" panose="02020603050405020304" pitchFamily="18" charset="0"/>
              </a:rPr>
              <a:t>P</a:t>
            </a:r>
            <a:r>
              <a:rPr lang="en-US" sz="1750" cap="none" dirty="0">
                <a:solidFill>
                  <a:schemeClr val="lt1"/>
                </a:solidFill>
                <a:latin typeface="Times New Roman" panose="02020603050405020304" pitchFamily="18" charset="0"/>
                <a:ea typeface="Source Sans Pro Light" panose="020B0403030403020204" pitchFamily="34" charset="0"/>
                <a:cs typeface="Times New Roman" panose="02020603050405020304" pitchFamily="18" charset="0"/>
              </a:rPr>
              <a:t>HILIPPINES</a:t>
            </a:r>
            <a:endParaRPr dirty="0">
              <a:latin typeface="Times New Roman" panose="02020603050405020304" pitchFamily="18" charset="0"/>
              <a:ea typeface="Source Sans Pro Light" panose="020B0403030403020204" pitchFamily="34" charset="0"/>
              <a:cs typeface="Times New Roman" panose="02020603050405020304"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9725" y="2014208"/>
            <a:ext cx="2757295" cy="278625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300" y="400048"/>
            <a:ext cx="3487490" cy="5229225"/>
          </a:xfrm>
          <a:prstGeom prst="rect">
            <a:avLst/>
          </a:prstGeom>
          <a:effectLst>
            <a:outerShdw blurRad="50800" dist="50800" dir="5400000" algn="ctr" rotWithShape="0">
              <a:srgbClr val="000000">
                <a:alpha val="56000"/>
              </a:srgbClr>
            </a:outerShdw>
          </a:effectLst>
        </p:spPr>
      </p:pic>
      <p:sp>
        <p:nvSpPr>
          <p:cNvPr id="5" name="TextBox 4"/>
          <p:cNvSpPr txBox="1"/>
          <p:nvPr/>
        </p:nvSpPr>
        <p:spPr>
          <a:xfrm>
            <a:off x="4527688" y="1498862"/>
            <a:ext cx="7210425" cy="3400931"/>
          </a:xfrm>
          <a:prstGeom prst="rect">
            <a:avLst/>
          </a:prstGeom>
          <a:noFill/>
        </p:spPr>
        <p:txBody>
          <a:bodyPr wrap="square" rtlCol="0">
            <a:spAutoFit/>
          </a:bodyPr>
          <a:lstStyle/>
          <a:p>
            <a:r>
              <a:rPr lang="en-US" sz="7200" dirty="0" smtClean="0">
                <a:effectLst>
                  <a:outerShdw blurRad="38100" dist="38100" dir="2700000" algn="tl">
                    <a:srgbClr val="000000">
                      <a:alpha val="43137"/>
                    </a:srgbClr>
                  </a:outerShdw>
                </a:effectLst>
                <a:latin typeface="Kozuka Gothic Pr6N B" panose="020B0800000000000000" pitchFamily="34" charset="-128"/>
                <a:ea typeface="Kozuka Gothic Pr6N B" panose="020B0800000000000000" pitchFamily="34" charset="-128"/>
              </a:rPr>
              <a:t>GENERAL HOUSE RULES</a:t>
            </a:r>
            <a:r>
              <a:rPr lang="en-US" sz="1600" dirty="0" smtClean="0">
                <a:latin typeface="Kozuka Gothic Pr6N B" panose="020B0800000000000000" pitchFamily="34" charset="-128"/>
                <a:ea typeface="Kozuka Gothic Pr6N B" panose="020B0800000000000000" pitchFamily="34" charset="-128"/>
              </a:rPr>
              <a:t/>
            </a:r>
            <a:br>
              <a:rPr lang="en-US" sz="1600" dirty="0" smtClean="0">
                <a:latin typeface="Kozuka Gothic Pr6N B" panose="020B0800000000000000" pitchFamily="34" charset="-128"/>
                <a:ea typeface="Kozuka Gothic Pr6N B" panose="020B0800000000000000" pitchFamily="34" charset="-128"/>
              </a:rPr>
            </a:br>
            <a:endParaRPr lang="en-US" sz="1100" dirty="0" smtClean="0">
              <a:latin typeface="Adobe Caslon Pro" panose="0205050205050A020403" pitchFamily="18" charset="0"/>
              <a:ea typeface="Kozuka Gothic Pr6N B" panose="020B0800000000000000" pitchFamily="34" charset="-128"/>
            </a:endParaRPr>
          </a:p>
          <a:p>
            <a:r>
              <a:rPr lang="en-US" sz="2400" b="1" dirty="0" smtClean="0">
                <a:latin typeface="Adobe Caslon Pro" panose="0205050205050A020403" pitchFamily="18" charset="0"/>
                <a:ea typeface="Kozuka Gothic Pr6N B" panose="020B0800000000000000" pitchFamily="34" charset="-128"/>
              </a:rPr>
              <a:t>What to observe while the video </a:t>
            </a:r>
            <a:r>
              <a:rPr lang="en-US" sz="2400" b="1" dirty="0" smtClean="0">
                <a:latin typeface="Adobe Caslon Pro" panose="0205050205050A020403" pitchFamily="18" charset="0"/>
                <a:ea typeface="Kozuka Gothic Pr6N B" panose="020B0800000000000000" pitchFamily="34" charset="-128"/>
              </a:rPr>
              <a:t>meeting/</a:t>
            </a:r>
            <a:r>
              <a:rPr lang="en-US" sz="2400" b="1" dirty="0" smtClean="0">
                <a:latin typeface="Adobe Caslon Pro" panose="0205050205050A020403" pitchFamily="18" charset="0"/>
                <a:ea typeface="Kozuka Gothic Pr6N B" panose="020B0800000000000000" pitchFamily="34" charset="-128"/>
              </a:rPr>
              <a:t>conference </a:t>
            </a:r>
            <a:r>
              <a:rPr lang="en-US" sz="2400" b="1" dirty="0" smtClean="0">
                <a:latin typeface="Adobe Caslon Pro" panose="0205050205050A020403" pitchFamily="18" charset="0"/>
                <a:ea typeface="Kozuka Gothic Pr6N B" panose="020B0800000000000000" pitchFamily="34" charset="-128"/>
              </a:rPr>
              <a:t>is going on</a:t>
            </a:r>
            <a:r>
              <a:rPr lang="en-US" sz="3600" b="1" dirty="0" smtClean="0">
                <a:latin typeface="Adobe Caslon Pro" panose="0205050205050A020403" pitchFamily="18" charset="0"/>
                <a:ea typeface="Kozuka Gothic Pr6N B" panose="020B0800000000000000" pitchFamily="34" charset="-128"/>
              </a:rPr>
              <a:t>.</a:t>
            </a:r>
            <a:endParaRPr lang="en-US" sz="3600" b="1" dirty="0">
              <a:latin typeface="Adobe Caslon Pro" panose="0205050205050A020403" pitchFamily="18" charset="0"/>
              <a:ea typeface="Kozuka Gothic Pr6N B" panose="020B0800000000000000" pitchFamily="34" charset="-128"/>
            </a:endParaRPr>
          </a:p>
        </p:txBody>
      </p:sp>
    </p:spTree>
    <p:extLst>
      <p:ext uri="{BB962C8B-B14F-4D97-AF65-F5344CB8AC3E}">
        <p14:creationId xmlns:p14="http://schemas.microsoft.com/office/powerpoint/2010/main" val="2739239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102" y="442946"/>
            <a:ext cx="10515600" cy="1325563"/>
          </a:xfrm>
        </p:spPr>
        <p:txBody>
          <a:bodyPr/>
          <a:lstStyle/>
          <a:p>
            <a:r>
              <a:rPr lang="en-US" sz="4000" b="1" dirty="0" smtClean="0"/>
              <a:t>VIRTUAL MEETING/TRAINING RULES</a:t>
            </a:r>
            <a:endParaRPr lang="en-US" sz="4000" b="1" dirty="0"/>
          </a:p>
        </p:txBody>
      </p:sp>
      <p:sp>
        <p:nvSpPr>
          <p:cNvPr id="3" name="Text Placeholder 2"/>
          <p:cNvSpPr>
            <a:spLocks noGrp="1"/>
          </p:cNvSpPr>
          <p:nvPr>
            <p:ph type="body" idx="1"/>
          </p:nvPr>
        </p:nvSpPr>
        <p:spPr>
          <a:xfrm>
            <a:off x="2735093" y="1768509"/>
            <a:ext cx="10515600" cy="4078553"/>
          </a:xfrm>
        </p:spPr>
        <p:txBody>
          <a:bodyPr/>
          <a:lstStyle/>
          <a:p>
            <a:r>
              <a:rPr lang="en-US" dirty="0" smtClean="0">
                <a:latin typeface="Sitka Text" panose="02000505000000020004" pitchFamily="2" charset="0"/>
              </a:rPr>
              <a:t>Mute yourself when not speaking</a:t>
            </a:r>
          </a:p>
          <a:p>
            <a:r>
              <a:rPr lang="en-US" dirty="0" smtClean="0">
                <a:latin typeface="Sitka Text" panose="02000505000000020004" pitchFamily="2" charset="0"/>
              </a:rPr>
              <a:t>Frame the camera correctly</a:t>
            </a:r>
          </a:p>
          <a:p>
            <a:r>
              <a:rPr lang="en-US" dirty="0" smtClean="0">
                <a:latin typeface="Sitka Text" panose="02000505000000020004" pitchFamily="2" charset="0"/>
              </a:rPr>
              <a:t>Signal when you want to talk</a:t>
            </a:r>
          </a:p>
          <a:p>
            <a:r>
              <a:rPr lang="en-US" dirty="0" smtClean="0">
                <a:latin typeface="Sitka Text" panose="02000505000000020004" pitchFamily="2" charset="0"/>
              </a:rPr>
              <a:t>Speak clearly at your normal value</a:t>
            </a:r>
          </a:p>
          <a:p>
            <a:r>
              <a:rPr lang="en-US" dirty="0" smtClean="0">
                <a:latin typeface="Sitka Text" panose="02000505000000020004" pitchFamily="2" charset="0"/>
              </a:rPr>
              <a:t>Pay Attention/Stay Focused/Avoid Multitasking</a:t>
            </a:r>
          </a:p>
          <a:p>
            <a:r>
              <a:rPr lang="en-US" dirty="0" smtClean="0">
                <a:latin typeface="Sitka Text" panose="02000505000000020004" pitchFamily="2" charset="0"/>
              </a:rPr>
              <a:t>Keep Reactions Short and ON POINT.</a:t>
            </a:r>
            <a:r>
              <a:rPr lang="en-US" dirty="0" smtClean="0"/>
              <a:t/>
            </a:r>
            <a:br>
              <a:rPr lang="en-US" dirty="0" smtClean="0"/>
            </a:br>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576" y="1843156"/>
            <a:ext cx="1984396" cy="2975450"/>
          </a:xfrm>
          <a:prstGeom prst="rect">
            <a:avLst/>
          </a:prstGeom>
          <a:effectLst>
            <a:outerShdw blurRad="50800" dist="50800" dir="5400000" algn="ctr" rotWithShape="0">
              <a:srgbClr val="000000">
                <a:alpha val="56000"/>
              </a:srgbClr>
            </a:outerShdw>
          </a:effectLst>
        </p:spPr>
      </p:pic>
    </p:spTree>
    <p:extLst>
      <p:ext uri="{BB962C8B-B14F-4D97-AF65-F5344CB8AC3E}">
        <p14:creationId xmlns:p14="http://schemas.microsoft.com/office/powerpoint/2010/main" val="579433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
            <a:lum/>
          </a:blip>
          <a:srcRect/>
          <a:stretch>
            <a:fillRect t="-9000" b="-9000"/>
          </a:stretch>
        </a:blipFill>
        <a:effectLst/>
      </p:bgPr>
    </p:bg>
    <p:spTree>
      <p:nvGrpSpPr>
        <p:cNvPr id="1" name="Shape 202"/>
        <p:cNvGrpSpPr/>
        <p:nvPr/>
      </p:nvGrpSpPr>
      <p:grpSpPr>
        <a:xfrm>
          <a:off x="0" y="0"/>
          <a:ext cx="0" cy="0"/>
          <a:chOff x="0" y="0"/>
          <a:chExt cx="0" cy="0"/>
        </a:xfrm>
      </p:grpSpPr>
      <p:sp>
        <p:nvSpPr>
          <p:cNvPr id="3" name="TextBox 2"/>
          <p:cNvSpPr txBox="1"/>
          <p:nvPr/>
        </p:nvSpPr>
        <p:spPr>
          <a:xfrm>
            <a:off x="8341182" y="6298960"/>
            <a:ext cx="2210862" cy="369332"/>
          </a:xfrm>
          <a:prstGeom prst="rect">
            <a:avLst/>
          </a:prstGeom>
          <a:noFill/>
        </p:spPr>
        <p:txBody>
          <a:bodyPr wrap="none" rtlCol="0">
            <a:spAutoFit/>
          </a:bodyPr>
          <a:lstStyle/>
          <a:p>
            <a:r>
              <a:rPr lang="en-US" sz="1800" dirty="0" smtClean="0">
                <a:solidFill>
                  <a:schemeClr val="bg1"/>
                </a:solidFill>
                <a:latin typeface="Times New Roman" panose="02020603050405020304" pitchFamily="18" charset="0"/>
                <a:cs typeface="Times New Roman" panose="02020603050405020304" pitchFamily="18" charset="0"/>
              </a:rPr>
              <a:t>Eastern </a:t>
            </a:r>
            <a:r>
              <a:rPr lang="en-US" sz="1800" dirty="0" err="1" smtClean="0">
                <a:solidFill>
                  <a:schemeClr val="bg1"/>
                </a:solidFill>
                <a:latin typeface="Times New Roman" panose="02020603050405020304" pitchFamily="18" charset="0"/>
                <a:cs typeface="Times New Roman" panose="02020603050405020304" pitchFamily="18" charset="0"/>
              </a:rPr>
              <a:t>Visayas</a:t>
            </a:r>
            <a:r>
              <a:rPr lang="en-US" sz="1800" dirty="0" smtClean="0">
                <a:solidFill>
                  <a:schemeClr val="bg1"/>
                </a:solidFill>
                <a:latin typeface="Times New Roman" panose="02020603050405020304" pitchFamily="18" charset="0"/>
                <a:cs typeface="Times New Roman" panose="02020603050405020304" pitchFamily="18" charset="0"/>
              </a:rPr>
              <a:t> CHD</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1923" y="6109254"/>
            <a:ext cx="748746" cy="748746"/>
          </a:xfrm>
          <a:prstGeom prst="rect">
            <a:avLst/>
          </a:prstGeom>
        </p:spPr>
      </p:pic>
      <p:sp>
        <p:nvSpPr>
          <p:cNvPr id="2" name="Rectangle 1"/>
          <p:cNvSpPr/>
          <p:nvPr/>
        </p:nvSpPr>
        <p:spPr>
          <a:xfrm>
            <a:off x="501515" y="2718800"/>
            <a:ext cx="11172825" cy="2062103"/>
          </a:xfrm>
          <a:prstGeom prst="rect">
            <a:avLst/>
          </a:prstGeom>
        </p:spPr>
        <p:txBody>
          <a:bodyPr wrap="square">
            <a:spAutoFit/>
          </a:bodyPr>
          <a:lstStyle/>
          <a:p>
            <a:pPr algn="just" fontAlgn="base"/>
            <a:r>
              <a:rPr lang="en-US" sz="3200" b="1" dirty="0" smtClean="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Even </a:t>
            </a:r>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though you may not be speaking and think you're being quiet, most microphones can pick up minor background noises, like coughs, sneezes, or typing. These sounds can easily distract other video conferencing participants and potentially even cause annoyance.</a:t>
            </a:r>
          </a:p>
        </p:txBody>
      </p:sp>
      <p:sp>
        <p:nvSpPr>
          <p:cNvPr id="5" name="Rectangle 4"/>
          <p:cNvSpPr/>
          <p:nvPr/>
        </p:nvSpPr>
        <p:spPr>
          <a:xfrm>
            <a:off x="8275543" y="5754597"/>
            <a:ext cx="3615092" cy="230832"/>
          </a:xfrm>
          <a:prstGeom prst="rect">
            <a:avLst/>
          </a:prstGeom>
        </p:spPr>
        <p:txBody>
          <a:bodyPr wrap="none">
            <a:spAutoFit/>
          </a:bodyPr>
          <a:lstStyle/>
          <a:p>
            <a:r>
              <a:rPr lang="en-US" sz="900" dirty="0" smtClean="0">
                <a:solidFill>
                  <a:schemeClr val="tx1"/>
                </a:solidFill>
                <a:hlinkClick r:id="rId5"/>
              </a:rPr>
              <a:t>Source: https</a:t>
            </a:r>
            <a:r>
              <a:rPr lang="en-US" sz="900" dirty="0">
                <a:solidFill>
                  <a:schemeClr val="tx1"/>
                </a:solidFill>
                <a:hlinkClick r:id="rId5"/>
              </a:rPr>
              <a:t>://www.owllabs.com/blog/video-conferencing-etiquette</a:t>
            </a:r>
            <a:endParaRPr lang="en-US" sz="900" dirty="0">
              <a:solidFill>
                <a:schemeClr val="tx1"/>
              </a:solidFill>
            </a:endParaRPr>
          </a:p>
        </p:txBody>
      </p:sp>
      <p:sp>
        <p:nvSpPr>
          <p:cNvPr id="6" name="TextBox 5"/>
          <p:cNvSpPr txBox="1"/>
          <p:nvPr/>
        </p:nvSpPr>
        <p:spPr>
          <a:xfrm>
            <a:off x="1851992" y="1245333"/>
            <a:ext cx="9342622" cy="707886"/>
          </a:xfrm>
          <a:prstGeom prst="rect">
            <a:avLst/>
          </a:prstGeom>
          <a:noFill/>
        </p:spPr>
        <p:txBody>
          <a:bodyPr wrap="none" rtlCol="0">
            <a:spAutoFit/>
          </a:bodyPr>
          <a:lstStyle/>
          <a:p>
            <a:r>
              <a:rPr lang="en-US" sz="4000" dirty="0" smtClean="0">
                <a:latin typeface="Kozuka Gothic Pr6N B" panose="020B0800000000000000" pitchFamily="34" charset="-128"/>
                <a:ea typeface="Kozuka Gothic Pr6N B" panose="020B0800000000000000" pitchFamily="34" charset="-128"/>
              </a:rPr>
              <a:t>MUTE YOURSELF WHEN NOT SPEAKING</a:t>
            </a:r>
            <a:endParaRPr lang="en-US" sz="4000" dirty="0">
              <a:latin typeface="Kozuka Gothic Pr6N B" panose="020B0800000000000000" pitchFamily="34" charset="-128"/>
              <a:ea typeface="Kozuka Gothic Pr6N B" panose="020B0800000000000000" pitchFamily="34" charset="-128"/>
            </a:endParaRPr>
          </a:p>
        </p:txBody>
      </p:sp>
      <p:pic>
        <p:nvPicPr>
          <p:cNvPr id="7" name="Picture 6"/>
          <p:cNvPicPr>
            <a:picLocks noChangeAspect="1"/>
          </p:cNvPicPr>
          <p:nvPr/>
        </p:nvPicPr>
        <p:blipFill>
          <a:blip r:embed="rId6">
            <a:biLevel thresh="75000"/>
            <a:extLst>
              <a:ext uri="{BEBA8EAE-BF5A-486C-A8C5-ECC9F3942E4B}">
                <a14:imgProps xmlns:a14="http://schemas.microsoft.com/office/drawing/2010/main">
                  <a14:imgLayer r:embed="rId7">
                    <a14:imgEffect>
                      <a14:colorTemperature colorTemp="1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501515" y="962248"/>
            <a:ext cx="1211107" cy="1211107"/>
          </a:xfrm>
          <a:prstGeom prst="rect">
            <a:avLst/>
          </a:prstGeom>
          <a:noFill/>
        </p:spPr>
      </p:pic>
    </p:spTree>
  </p:cSld>
  <p:clrMapOvr>
    <a:masterClrMapping/>
  </p:clrMapOvr>
  <p:transition spd="slow">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
            <a:lum/>
          </a:blip>
          <a:srcRect/>
          <a:stretch>
            <a:fillRect t="-9000" b="-9000"/>
          </a:stretch>
        </a:blipFill>
        <a:effectLst/>
      </p:bgPr>
    </p:bg>
    <p:spTree>
      <p:nvGrpSpPr>
        <p:cNvPr id="1" name="Shape 202"/>
        <p:cNvGrpSpPr/>
        <p:nvPr/>
      </p:nvGrpSpPr>
      <p:grpSpPr>
        <a:xfrm>
          <a:off x="0" y="0"/>
          <a:ext cx="0" cy="0"/>
          <a:chOff x="0" y="0"/>
          <a:chExt cx="0" cy="0"/>
        </a:xfrm>
      </p:grpSpPr>
      <p:sp>
        <p:nvSpPr>
          <p:cNvPr id="3" name="TextBox 2"/>
          <p:cNvSpPr txBox="1"/>
          <p:nvPr/>
        </p:nvSpPr>
        <p:spPr>
          <a:xfrm>
            <a:off x="8341182" y="6298960"/>
            <a:ext cx="2210862" cy="369332"/>
          </a:xfrm>
          <a:prstGeom prst="rect">
            <a:avLst/>
          </a:prstGeom>
          <a:noFill/>
        </p:spPr>
        <p:txBody>
          <a:bodyPr wrap="none" rtlCol="0">
            <a:spAutoFit/>
          </a:bodyPr>
          <a:lstStyle/>
          <a:p>
            <a:r>
              <a:rPr lang="en-US" sz="1800" dirty="0" smtClean="0">
                <a:solidFill>
                  <a:schemeClr val="bg1"/>
                </a:solidFill>
                <a:latin typeface="Times New Roman" panose="02020603050405020304" pitchFamily="18" charset="0"/>
                <a:cs typeface="Times New Roman" panose="02020603050405020304" pitchFamily="18" charset="0"/>
              </a:rPr>
              <a:t>Eastern </a:t>
            </a:r>
            <a:r>
              <a:rPr lang="en-US" sz="1800" dirty="0" err="1" smtClean="0">
                <a:solidFill>
                  <a:schemeClr val="bg1"/>
                </a:solidFill>
                <a:latin typeface="Times New Roman" panose="02020603050405020304" pitchFamily="18" charset="0"/>
                <a:cs typeface="Times New Roman" panose="02020603050405020304" pitchFamily="18" charset="0"/>
              </a:rPr>
              <a:t>Visayas</a:t>
            </a:r>
            <a:r>
              <a:rPr lang="en-US" sz="1800" dirty="0" smtClean="0">
                <a:solidFill>
                  <a:schemeClr val="bg1"/>
                </a:solidFill>
                <a:latin typeface="Times New Roman" panose="02020603050405020304" pitchFamily="18" charset="0"/>
                <a:cs typeface="Times New Roman" panose="02020603050405020304" pitchFamily="18" charset="0"/>
              </a:rPr>
              <a:t> CHD</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1923" y="6109254"/>
            <a:ext cx="748746" cy="748746"/>
          </a:xfrm>
          <a:prstGeom prst="rect">
            <a:avLst/>
          </a:prstGeom>
        </p:spPr>
      </p:pic>
      <p:sp>
        <p:nvSpPr>
          <p:cNvPr id="2" name="Rectangle 1"/>
          <p:cNvSpPr/>
          <p:nvPr/>
        </p:nvSpPr>
        <p:spPr>
          <a:xfrm>
            <a:off x="581028" y="2776690"/>
            <a:ext cx="11172825" cy="1077218"/>
          </a:xfrm>
          <a:prstGeom prst="rect">
            <a:avLst/>
          </a:prstGeom>
        </p:spPr>
        <p:txBody>
          <a:bodyPr wrap="square">
            <a:spAutoFit/>
          </a:bodyPr>
          <a:lstStyle/>
          <a:p>
            <a:pPr fontAlgn="base"/>
            <a:r>
              <a:rPr lang="en-US" sz="3200" b="1" dirty="0" smtClean="0">
                <a:latin typeface="Adobe Devanagari" panose="02040503050201020203" pitchFamily="18" charset="0"/>
                <a:ea typeface="Kozuka Gothic Pr6N B" panose="020B0800000000000000" pitchFamily="34" charset="-128"/>
                <a:cs typeface="Adobe Devanagari" panose="02040503050201020203" pitchFamily="18" charset="0"/>
              </a:rPr>
              <a:t>Make </a:t>
            </a:r>
            <a:r>
              <a:rPr lang="en-US" sz="3200" b="1" dirty="0">
                <a:latin typeface="Adobe Devanagari" panose="02040503050201020203" pitchFamily="18" charset="0"/>
                <a:ea typeface="Kozuka Gothic Pr6N B" panose="020B0800000000000000" pitchFamily="34" charset="-128"/>
                <a:cs typeface="Adobe Devanagari" panose="02040503050201020203" pitchFamily="18" charset="0"/>
              </a:rPr>
              <a:t>sure your camera is on eye level, Putting a camera too low can lead to unflattering and awkward angles. </a:t>
            </a:r>
          </a:p>
        </p:txBody>
      </p:sp>
      <p:sp>
        <p:nvSpPr>
          <p:cNvPr id="5" name="Rectangle 4"/>
          <p:cNvSpPr/>
          <p:nvPr/>
        </p:nvSpPr>
        <p:spPr>
          <a:xfrm>
            <a:off x="8275543" y="5754597"/>
            <a:ext cx="3615092" cy="230832"/>
          </a:xfrm>
          <a:prstGeom prst="rect">
            <a:avLst/>
          </a:prstGeom>
        </p:spPr>
        <p:txBody>
          <a:bodyPr wrap="none">
            <a:spAutoFit/>
          </a:bodyPr>
          <a:lstStyle/>
          <a:p>
            <a:r>
              <a:rPr lang="en-US" sz="900" dirty="0" smtClean="0">
                <a:solidFill>
                  <a:schemeClr val="tx1"/>
                </a:solidFill>
                <a:hlinkClick r:id="rId5"/>
              </a:rPr>
              <a:t>Source: https</a:t>
            </a:r>
            <a:r>
              <a:rPr lang="en-US" sz="900" dirty="0">
                <a:solidFill>
                  <a:schemeClr val="tx1"/>
                </a:solidFill>
                <a:hlinkClick r:id="rId5"/>
              </a:rPr>
              <a:t>://www.owllabs.com/blog/video-conferencing-etiquette</a:t>
            </a:r>
            <a:endParaRPr lang="en-US" sz="900" dirty="0">
              <a:solidFill>
                <a:schemeClr val="tx1"/>
              </a:solidFill>
            </a:endParaRPr>
          </a:p>
        </p:txBody>
      </p:sp>
      <p:sp>
        <p:nvSpPr>
          <p:cNvPr id="6" name="TextBox 5"/>
          <p:cNvSpPr txBox="1"/>
          <p:nvPr/>
        </p:nvSpPr>
        <p:spPr>
          <a:xfrm>
            <a:off x="1971261" y="1254575"/>
            <a:ext cx="7217040" cy="646331"/>
          </a:xfrm>
          <a:prstGeom prst="rect">
            <a:avLst/>
          </a:prstGeom>
          <a:noFill/>
        </p:spPr>
        <p:txBody>
          <a:bodyPr wrap="none" rtlCol="0">
            <a:spAutoFit/>
          </a:bodyPr>
          <a:lstStyle/>
          <a:p>
            <a:r>
              <a:rPr lang="en-US" sz="3600" dirty="0">
                <a:latin typeface="Kozuka Gothic Pr6N B" panose="020B0800000000000000" pitchFamily="34" charset="-128"/>
                <a:ea typeface="Kozuka Gothic Pr6N B" panose="020B0800000000000000" pitchFamily="34" charset="-128"/>
              </a:rPr>
              <a:t>FRAME THE CAMERA CORRECTLY </a:t>
            </a: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028" y="1002005"/>
            <a:ext cx="1151472" cy="1151472"/>
          </a:xfrm>
          <a:prstGeom prst="rect">
            <a:avLst/>
          </a:prstGeom>
          <a:noFill/>
        </p:spPr>
      </p:pic>
    </p:spTree>
    <p:extLst>
      <p:ext uri="{BB962C8B-B14F-4D97-AF65-F5344CB8AC3E}">
        <p14:creationId xmlns:p14="http://schemas.microsoft.com/office/powerpoint/2010/main" val="3509564438"/>
      </p:ext>
    </p:extLst>
  </p:cSld>
  <p:clrMapOvr>
    <a:masterClrMapping/>
  </p:clrMapOvr>
  <p:transition spd="slow">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
            <a:lum/>
          </a:blip>
          <a:srcRect/>
          <a:stretch>
            <a:fillRect t="-9000" b="-9000"/>
          </a:stretch>
        </a:blipFill>
        <a:effectLst/>
      </p:bgPr>
    </p:bg>
    <p:spTree>
      <p:nvGrpSpPr>
        <p:cNvPr id="1" name="Shape 202"/>
        <p:cNvGrpSpPr/>
        <p:nvPr/>
      </p:nvGrpSpPr>
      <p:grpSpPr>
        <a:xfrm>
          <a:off x="0" y="0"/>
          <a:ext cx="0" cy="0"/>
          <a:chOff x="0" y="0"/>
          <a:chExt cx="0" cy="0"/>
        </a:xfrm>
      </p:grpSpPr>
      <p:sp>
        <p:nvSpPr>
          <p:cNvPr id="3" name="TextBox 2"/>
          <p:cNvSpPr txBox="1"/>
          <p:nvPr/>
        </p:nvSpPr>
        <p:spPr>
          <a:xfrm>
            <a:off x="8341182" y="6298960"/>
            <a:ext cx="2210862" cy="369332"/>
          </a:xfrm>
          <a:prstGeom prst="rect">
            <a:avLst/>
          </a:prstGeom>
          <a:noFill/>
        </p:spPr>
        <p:txBody>
          <a:bodyPr wrap="none" rtlCol="0">
            <a:spAutoFit/>
          </a:bodyPr>
          <a:lstStyle/>
          <a:p>
            <a:r>
              <a:rPr lang="en-US" sz="1800" dirty="0" smtClean="0">
                <a:solidFill>
                  <a:schemeClr val="bg1"/>
                </a:solidFill>
                <a:latin typeface="Times New Roman" panose="02020603050405020304" pitchFamily="18" charset="0"/>
                <a:cs typeface="Times New Roman" panose="02020603050405020304" pitchFamily="18" charset="0"/>
              </a:rPr>
              <a:t>Eastern </a:t>
            </a:r>
            <a:r>
              <a:rPr lang="en-US" sz="1800" dirty="0" err="1" smtClean="0">
                <a:solidFill>
                  <a:schemeClr val="bg1"/>
                </a:solidFill>
                <a:latin typeface="Times New Roman" panose="02020603050405020304" pitchFamily="18" charset="0"/>
                <a:cs typeface="Times New Roman" panose="02020603050405020304" pitchFamily="18" charset="0"/>
              </a:rPr>
              <a:t>Visayas</a:t>
            </a:r>
            <a:r>
              <a:rPr lang="en-US" sz="1800" dirty="0" smtClean="0">
                <a:solidFill>
                  <a:schemeClr val="bg1"/>
                </a:solidFill>
                <a:latin typeface="Times New Roman" panose="02020603050405020304" pitchFamily="18" charset="0"/>
                <a:cs typeface="Times New Roman" panose="02020603050405020304" pitchFamily="18" charset="0"/>
              </a:rPr>
              <a:t> CHD</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1923" y="6109254"/>
            <a:ext cx="748746" cy="748746"/>
          </a:xfrm>
          <a:prstGeom prst="rect">
            <a:avLst/>
          </a:prstGeom>
        </p:spPr>
      </p:pic>
      <p:sp>
        <p:nvSpPr>
          <p:cNvPr id="2" name="Rectangle 1"/>
          <p:cNvSpPr/>
          <p:nvPr/>
        </p:nvSpPr>
        <p:spPr>
          <a:xfrm>
            <a:off x="514353" y="2806639"/>
            <a:ext cx="11172825" cy="2062103"/>
          </a:xfrm>
          <a:prstGeom prst="rect">
            <a:avLst/>
          </a:prstGeom>
        </p:spPr>
        <p:txBody>
          <a:bodyPr wrap="square">
            <a:spAutoFit/>
          </a:bodyPr>
          <a:lstStyle/>
          <a:p>
            <a:pPr fontAlgn="base"/>
            <a:r>
              <a:rPr lang="en-US" sz="3200" b="1" dirty="0" smtClean="0">
                <a:latin typeface="Adobe Devanagari" panose="02040503050201020203" pitchFamily="18" charset="0"/>
                <a:ea typeface="Kozuka Gothic Pr6N B" panose="020B0800000000000000" pitchFamily="34" charset="-128"/>
                <a:cs typeface="Adobe Devanagari" panose="02040503050201020203" pitchFamily="18" charset="0"/>
              </a:rPr>
              <a:t>It is a good idea to raise your hand or use chat before asking a question. This will refrain interruptions when someone is talking. You may also want to </a:t>
            </a:r>
            <a:r>
              <a:rPr lang="en-US" sz="3200" b="1" dirty="0">
                <a:latin typeface="Adobe Devanagari" panose="02040503050201020203" pitchFamily="18" charset="0"/>
                <a:ea typeface="Kozuka Gothic Pr6N B" panose="020B0800000000000000" pitchFamily="34" charset="-128"/>
                <a:cs typeface="Adobe Devanagari" panose="02040503050201020203" pitchFamily="18" charset="0"/>
              </a:rPr>
              <a:t>w</a:t>
            </a:r>
            <a:r>
              <a:rPr lang="en-US" sz="3200" b="1" dirty="0" smtClean="0">
                <a:latin typeface="Adobe Devanagari" panose="02040503050201020203" pitchFamily="18" charset="0"/>
                <a:cs typeface="Adobe Devanagari" panose="02040503050201020203" pitchFamily="18" charset="0"/>
              </a:rPr>
              <a:t>ait </a:t>
            </a:r>
            <a:r>
              <a:rPr lang="en-US" sz="3200" b="1" dirty="0">
                <a:latin typeface="Adobe Devanagari" panose="02040503050201020203" pitchFamily="18" charset="0"/>
                <a:cs typeface="Adobe Devanagari" panose="02040503050201020203" pitchFamily="18" charset="0"/>
              </a:rPr>
              <a:t>for a few moments of silence before speaking up in case there’s a sound delay.</a:t>
            </a:r>
            <a:endParaRPr lang="en-US" sz="6000" b="1" dirty="0">
              <a:latin typeface="Adobe Devanagari" panose="02040503050201020203" pitchFamily="18" charset="0"/>
              <a:ea typeface="Kozuka Gothic Pr6N B" panose="020B0800000000000000" pitchFamily="34" charset="-128"/>
              <a:cs typeface="Adobe Devanagari" panose="02040503050201020203" pitchFamily="18" charset="0"/>
            </a:endParaRPr>
          </a:p>
        </p:txBody>
      </p:sp>
      <p:sp>
        <p:nvSpPr>
          <p:cNvPr id="5" name="Rectangle 4"/>
          <p:cNvSpPr/>
          <p:nvPr/>
        </p:nvSpPr>
        <p:spPr>
          <a:xfrm>
            <a:off x="6101871" y="5764536"/>
            <a:ext cx="6090129" cy="230832"/>
          </a:xfrm>
          <a:prstGeom prst="rect">
            <a:avLst/>
          </a:prstGeom>
        </p:spPr>
        <p:txBody>
          <a:bodyPr wrap="none">
            <a:spAutoFit/>
          </a:bodyPr>
          <a:lstStyle/>
          <a:p>
            <a:r>
              <a:rPr lang="en-US" sz="900" dirty="0">
                <a:hlinkClick r:id="rId5"/>
              </a:rPr>
              <a:t>https://www.theverge.com/2020/3/19/21185472/video-confere-call-tips-zoom-skype-hangouts-facetime-remote-work</a:t>
            </a:r>
            <a:endParaRPr lang="en-US" sz="900" dirty="0">
              <a:solidFill>
                <a:schemeClr val="tx1"/>
              </a:solidFill>
            </a:endParaRPr>
          </a:p>
        </p:txBody>
      </p:sp>
      <p:sp>
        <p:nvSpPr>
          <p:cNvPr id="6" name="TextBox 5"/>
          <p:cNvSpPr txBox="1"/>
          <p:nvPr/>
        </p:nvSpPr>
        <p:spPr>
          <a:xfrm>
            <a:off x="2339959" y="1379307"/>
            <a:ext cx="7521611" cy="646331"/>
          </a:xfrm>
          <a:prstGeom prst="rect">
            <a:avLst/>
          </a:prstGeom>
          <a:noFill/>
        </p:spPr>
        <p:txBody>
          <a:bodyPr wrap="none" rtlCol="0">
            <a:spAutoFit/>
          </a:bodyPr>
          <a:lstStyle/>
          <a:p>
            <a:r>
              <a:rPr lang="en-US" sz="3600" dirty="0" smtClean="0">
                <a:latin typeface="Kozuka Gothic Pr6N B" panose="020B0800000000000000" pitchFamily="34" charset="-128"/>
                <a:ea typeface="Kozuka Gothic Pr6N B" panose="020B0800000000000000" pitchFamily="34" charset="-128"/>
              </a:rPr>
              <a:t>SIGNAL WHEN YOU WANT TO TALK</a:t>
            </a:r>
            <a:endParaRPr lang="en-US" sz="3600" dirty="0">
              <a:latin typeface="Kozuka Gothic Pr6N B" panose="020B0800000000000000" pitchFamily="34" charset="-128"/>
              <a:ea typeface="Kozuka Gothic Pr6N B" panose="020B0800000000000000" pitchFamily="34" charset="-128"/>
            </a:endParaRP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353" y="944855"/>
            <a:ext cx="1476372" cy="1476372"/>
          </a:xfrm>
          <a:prstGeom prst="rect">
            <a:avLst/>
          </a:prstGeom>
          <a:noFill/>
        </p:spPr>
      </p:pic>
    </p:spTree>
    <p:extLst>
      <p:ext uri="{BB962C8B-B14F-4D97-AF65-F5344CB8AC3E}">
        <p14:creationId xmlns:p14="http://schemas.microsoft.com/office/powerpoint/2010/main" val="347945908"/>
      </p:ext>
    </p:extLst>
  </p:cSld>
  <p:clrMapOvr>
    <a:masterClrMapping/>
  </p:clrMapOvr>
  <p:transition spd="slow">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
            <a:lum/>
          </a:blip>
          <a:srcRect/>
          <a:stretch>
            <a:fillRect t="-9000" b="-9000"/>
          </a:stretch>
        </a:blipFill>
        <a:effectLst/>
      </p:bgPr>
    </p:bg>
    <p:spTree>
      <p:nvGrpSpPr>
        <p:cNvPr id="1" name="Shape 202"/>
        <p:cNvGrpSpPr/>
        <p:nvPr/>
      </p:nvGrpSpPr>
      <p:grpSpPr>
        <a:xfrm>
          <a:off x="0" y="0"/>
          <a:ext cx="0" cy="0"/>
          <a:chOff x="0" y="0"/>
          <a:chExt cx="0" cy="0"/>
        </a:xfrm>
      </p:grpSpPr>
      <p:sp>
        <p:nvSpPr>
          <p:cNvPr id="3" name="TextBox 2"/>
          <p:cNvSpPr txBox="1"/>
          <p:nvPr/>
        </p:nvSpPr>
        <p:spPr>
          <a:xfrm>
            <a:off x="8341182" y="6298960"/>
            <a:ext cx="2210862" cy="369332"/>
          </a:xfrm>
          <a:prstGeom prst="rect">
            <a:avLst/>
          </a:prstGeom>
          <a:noFill/>
        </p:spPr>
        <p:txBody>
          <a:bodyPr wrap="none" rtlCol="0">
            <a:spAutoFit/>
          </a:bodyPr>
          <a:lstStyle/>
          <a:p>
            <a:r>
              <a:rPr lang="en-US" sz="1800" dirty="0" smtClean="0">
                <a:solidFill>
                  <a:schemeClr val="bg1"/>
                </a:solidFill>
                <a:latin typeface="Times New Roman" panose="02020603050405020304" pitchFamily="18" charset="0"/>
                <a:cs typeface="Times New Roman" panose="02020603050405020304" pitchFamily="18" charset="0"/>
              </a:rPr>
              <a:t>Eastern </a:t>
            </a:r>
            <a:r>
              <a:rPr lang="en-US" sz="1800" dirty="0" err="1" smtClean="0">
                <a:solidFill>
                  <a:schemeClr val="bg1"/>
                </a:solidFill>
                <a:latin typeface="Times New Roman" panose="02020603050405020304" pitchFamily="18" charset="0"/>
                <a:cs typeface="Times New Roman" panose="02020603050405020304" pitchFamily="18" charset="0"/>
              </a:rPr>
              <a:t>Visayas</a:t>
            </a:r>
            <a:r>
              <a:rPr lang="en-US" sz="1800" dirty="0" smtClean="0">
                <a:solidFill>
                  <a:schemeClr val="bg1"/>
                </a:solidFill>
                <a:latin typeface="Times New Roman" panose="02020603050405020304" pitchFamily="18" charset="0"/>
                <a:cs typeface="Times New Roman" panose="02020603050405020304" pitchFamily="18" charset="0"/>
              </a:rPr>
              <a:t> CHD</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1923" y="6109254"/>
            <a:ext cx="748746" cy="748746"/>
          </a:xfrm>
          <a:prstGeom prst="rect">
            <a:avLst/>
          </a:prstGeom>
        </p:spPr>
      </p:pic>
      <p:sp>
        <p:nvSpPr>
          <p:cNvPr id="2" name="Rectangle 1"/>
          <p:cNvSpPr/>
          <p:nvPr/>
        </p:nvSpPr>
        <p:spPr>
          <a:xfrm>
            <a:off x="491577" y="2859334"/>
            <a:ext cx="11172825" cy="2062103"/>
          </a:xfrm>
          <a:prstGeom prst="rect">
            <a:avLst/>
          </a:prstGeom>
        </p:spPr>
        <p:txBody>
          <a:bodyPr wrap="square">
            <a:spAutoFit/>
          </a:bodyPr>
          <a:lstStyle/>
          <a:p>
            <a:pPr algn="just" fontAlgn="base"/>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S</a:t>
            </a:r>
            <a:r>
              <a:rPr lang="en-US" sz="3200" b="1" dirty="0" smtClean="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peak </a:t>
            </a:r>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clearly and watch how fast you speak </a:t>
            </a:r>
            <a:r>
              <a:rPr lang="en-US" sz="3200" b="1" dirty="0" smtClean="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a:t>
            </a:r>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and don’t forget to unmute yourself). But speak at your normal </a:t>
            </a:r>
            <a:r>
              <a:rPr lang="en-US" sz="3200" b="1" dirty="0" smtClean="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volume. </a:t>
            </a:r>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T</a:t>
            </a:r>
            <a:r>
              <a:rPr lang="en-US" sz="3200" b="1" dirty="0" smtClean="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here’s </a:t>
            </a:r>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no need to shout, and if you do, your co-participants </a:t>
            </a:r>
            <a:r>
              <a:rPr lang="en-US" sz="3200" b="1" dirty="0" smtClean="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may </a:t>
            </a:r>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lower their volume and then miss something else. </a:t>
            </a:r>
            <a:endParaRPr lang="en-US" sz="60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endParaRPr>
          </a:p>
        </p:txBody>
      </p:sp>
      <p:sp>
        <p:nvSpPr>
          <p:cNvPr id="5" name="Rectangle 4"/>
          <p:cNvSpPr/>
          <p:nvPr/>
        </p:nvSpPr>
        <p:spPr>
          <a:xfrm>
            <a:off x="8275543" y="5754597"/>
            <a:ext cx="3615092" cy="230832"/>
          </a:xfrm>
          <a:prstGeom prst="rect">
            <a:avLst/>
          </a:prstGeom>
        </p:spPr>
        <p:txBody>
          <a:bodyPr wrap="none">
            <a:spAutoFit/>
          </a:bodyPr>
          <a:lstStyle/>
          <a:p>
            <a:r>
              <a:rPr lang="en-US" sz="900" dirty="0" smtClean="0">
                <a:solidFill>
                  <a:schemeClr val="tx1"/>
                </a:solidFill>
                <a:hlinkClick r:id="rId5"/>
              </a:rPr>
              <a:t>Source: https</a:t>
            </a:r>
            <a:r>
              <a:rPr lang="en-US" sz="900" dirty="0">
                <a:solidFill>
                  <a:schemeClr val="tx1"/>
                </a:solidFill>
                <a:hlinkClick r:id="rId5"/>
              </a:rPr>
              <a:t>://www.owllabs.com/blog/video-conferencing-etiquette</a:t>
            </a:r>
            <a:endParaRPr lang="en-US" sz="900" dirty="0">
              <a:solidFill>
                <a:schemeClr val="tx1"/>
              </a:solidFill>
            </a:endParaRPr>
          </a:p>
        </p:txBody>
      </p:sp>
      <p:sp>
        <p:nvSpPr>
          <p:cNvPr id="6" name="TextBox 5"/>
          <p:cNvSpPr txBox="1"/>
          <p:nvPr/>
        </p:nvSpPr>
        <p:spPr>
          <a:xfrm>
            <a:off x="2341222" y="1537720"/>
            <a:ext cx="9450023" cy="646331"/>
          </a:xfrm>
          <a:prstGeom prst="rect">
            <a:avLst/>
          </a:prstGeom>
          <a:noFill/>
        </p:spPr>
        <p:txBody>
          <a:bodyPr wrap="none" rtlCol="0">
            <a:spAutoFit/>
          </a:bodyPr>
          <a:lstStyle/>
          <a:p>
            <a:r>
              <a:rPr lang="en-US" sz="3600" dirty="0">
                <a:latin typeface="Kozuka Gothic Pr6N B" panose="020B0800000000000000" pitchFamily="34" charset="-128"/>
                <a:ea typeface="Kozuka Gothic Pr6N B" panose="020B0800000000000000" pitchFamily="34" charset="-128"/>
              </a:rPr>
              <a:t>SPEAK CLEARLY AT YOUR NORMAL VOLUME</a:t>
            </a: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1577" y="883255"/>
            <a:ext cx="1601527" cy="1601527"/>
          </a:xfrm>
          <a:prstGeom prst="rect">
            <a:avLst/>
          </a:prstGeom>
          <a:noFill/>
        </p:spPr>
      </p:pic>
    </p:spTree>
    <p:extLst>
      <p:ext uri="{BB962C8B-B14F-4D97-AF65-F5344CB8AC3E}">
        <p14:creationId xmlns:p14="http://schemas.microsoft.com/office/powerpoint/2010/main" val="399159026"/>
      </p:ext>
    </p:extLst>
  </p:cSld>
  <p:clrMapOvr>
    <a:masterClrMapping/>
  </p:clrMapOvr>
  <p:transition spd="slow">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
            <a:lum/>
          </a:blip>
          <a:srcRect/>
          <a:stretch>
            <a:fillRect t="-9000" b="-9000"/>
          </a:stretch>
        </a:blipFill>
        <a:effectLst/>
      </p:bgPr>
    </p:bg>
    <p:spTree>
      <p:nvGrpSpPr>
        <p:cNvPr id="1" name="Shape 202"/>
        <p:cNvGrpSpPr/>
        <p:nvPr/>
      </p:nvGrpSpPr>
      <p:grpSpPr>
        <a:xfrm>
          <a:off x="0" y="0"/>
          <a:ext cx="0" cy="0"/>
          <a:chOff x="0" y="0"/>
          <a:chExt cx="0" cy="0"/>
        </a:xfrm>
      </p:grpSpPr>
      <p:sp>
        <p:nvSpPr>
          <p:cNvPr id="3" name="TextBox 2"/>
          <p:cNvSpPr txBox="1"/>
          <p:nvPr/>
        </p:nvSpPr>
        <p:spPr>
          <a:xfrm>
            <a:off x="8341182" y="6298960"/>
            <a:ext cx="2210862" cy="369332"/>
          </a:xfrm>
          <a:prstGeom prst="rect">
            <a:avLst/>
          </a:prstGeom>
          <a:noFill/>
        </p:spPr>
        <p:txBody>
          <a:bodyPr wrap="none" rtlCol="0">
            <a:spAutoFit/>
          </a:bodyPr>
          <a:lstStyle/>
          <a:p>
            <a:r>
              <a:rPr lang="en-US" sz="1800" dirty="0" smtClean="0">
                <a:solidFill>
                  <a:schemeClr val="bg1"/>
                </a:solidFill>
                <a:latin typeface="Times New Roman" panose="02020603050405020304" pitchFamily="18" charset="0"/>
                <a:cs typeface="Times New Roman" panose="02020603050405020304" pitchFamily="18" charset="0"/>
              </a:rPr>
              <a:t>Eastern </a:t>
            </a:r>
            <a:r>
              <a:rPr lang="en-US" sz="1800" dirty="0" err="1" smtClean="0">
                <a:solidFill>
                  <a:schemeClr val="bg1"/>
                </a:solidFill>
                <a:latin typeface="Times New Roman" panose="02020603050405020304" pitchFamily="18" charset="0"/>
                <a:cs typeface="Times New Roman" panose="02020603050405020304" pitchFamily="18" charset="0"/>
              </a:rPr>
              <a:t>Visayas</a:t>
            </a:r>
            <a:r>
              <a:rPr lang="en-US" sz="1800" dirty="0" smtClean="0">
                <a:solidFill>
                  <a:schemeClr val="bg1"/>
                </a:solidFill>
                <a:latin typeface="Times New Roman" panose="02020603050405020304" pitchFamily="18" charset="0"/>
                <a:cs typeface="Times New Roman" panose="02020603050405020304" pitchFamily="18" charset="0"/>
              </a:rPr>
              <a:t> CHD</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1923" y="6109254"/>
            <a:ext cx="748746" cy="748746"/>
          </a:xfrm>
          <a:prstGeom prst="rect">
            <a:avLst/>
          </a:prstGeom>
        </p:spPr>
      </p:pic>
      <p:sp>
        <p:nvSpPr>
          <p:cNvPr id="2" name="Rectangle 1"/>
          <p:cNvSpPr/>
          <p:nvPr/>
        </p:nvSpPr>
        <p:spPr>
          <a:xfrm>
            <a:off x="581028" y="2856202"/>
            <a:ext cx="11172825" cy="1077218"/>
          </a:xfrm>
          <a:prstGeom prst="rect">
            <a:avLst/>
          </a:prstGeom>
        </p:spPr>
        <p:txBody>
          <a:bodyPr wrap="square">
            <a:spAutoFit/>
          </a:bodyPr>
          <a:lstStyle/>
          <a:p>
            <a:pPr fontAlgn="base"/>
            <a:r>
              <a:rPr lang="en-US" sz="3200" b="1" dirty="0">
                <a:solidFill>
                  <a:schemeClr val="tx1">
                    <a:lumMod val="85000"/>
                    <a:lumOff val="15000"/>
                  </a:schemeClr>
                </a:solidFill>
                <a:latin typeface="Adobe Devanagari" panose="02040503050201020203" pitchFamily="18" charset="0"/>
                <a:ea typeface="Kozuka Gothic Pr6N B" panose="020B0800000000000000" pitchFamily="34" charset="-128"/>
                <a:cs typeface="Adobe Devanagari" panose="02040503050201020203" pitchFamily="18" charset="0"/>
              </a:rPr>
              <a:t>Stop checking emails or working other activities during video conferences. It may look rude to other speakers/co-participants.</a:t>
            </a:r>
          </a:p>
        </p:txBody>
      </p:sp>
      <p:sp>
        <p:nvSpPr>
          <p:cNvPr id="5" name="Rectangle 4"/>
          <p:cNvSpPr/>
          <p:nvPr/>
        </p:nvSpPr>
        <p:spPr>
          <a:xfrm>
            <a:off x="8275543" y="5754597"/>
            <a:ext cx="3615092" cy="230832"/>
          </a:xfrm>
          <a:prstGeom prst="rect">
            <a:avLst/>
          </a:prstGeom>
        </p:spPr>
        <p:txBody>
          <a:bodyPr wrap="none">
            <a:spAutoFit/>
          </a:bodyPr>
          <a:lstStyle/>
          <a:p>
            <a:r>
              <a:rPr lang="en-US" sz="900" dirty="0" smtClean="0">
                <a:solidFill>
                  <a:schemeClr val="tx1"/>
                </a:solidFill>
                <a:hlinkClick r:id="rId5"/>
              </a:rPr>
              <a:t>Source: https</a:t>
            </a:r>
            <a:r>
              <a:rPr lang="en-US" sz="900" dirty="0">
                <a:solidFill>
                  <a:schemeClr val="tx1"/>
                </a:solidFill>
                <a:hlinkClick r:id="rId5"/>
              </a:rPr>
              <a:t>://www.owllabs.com/blog/video-conferencing-etiquette</a:t>
            </a:r>
            <a:endParaRPr lang="en-US" sz="900" dirty="0">
              <a:solidFill>
                <a:schemeClr val="tx1"/>
              </a:solidFill>
            </a:endParaRPr>
          </a:p>
        </p:txBody>
      </p:sp>
      <p:sp>
        <p:nvSpPr>
          <p:cNvPr id="6" name="TextBox 5"/>
          <p:cNvSpPr txBox="1"/>
          <p:nvPr/>
        </p:nvSpPr>
        <p:spPr>
          <a:xfrm>
            <a:off x="1851992" y="1404357"/>
            <a:ext cx="7933582" cy="707886"/>
          </a:xfrm>
          <a:prstGeom prst="rect">
            <a:avLst/>
          </a:prstGeom>
          <a:noFill/>
        </p:spPr>
        <p:txBody>
          <a:bodyPr wrap="none" rtlCol="0">
            <a:spAutoFit/>
          </a:bodyPr>
          <a:lstStyle/>
          <a:p>
            <a:r>
              <a:rPr lang="en-US" sz="4000" dirty="0">
                <a:latin typeface="Kozuka Gothic Pr6N B" panose="020B0800000000000000" pitchFamily="34" charset="-128"/>
                <a:ea typeface="Kozuka Gothic Pr6N B" panose="020B0800000000000000" pitchFamily="34" charset="-128"/>
              </a:rPr>
              <a:t>PAY ATTENTION / STAY FOCUSED</a:t>
            </a: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8971" y="1071576"/>
            <a:ext cx="1373447" cy="1373447"/>
          </a:xfrm>
          <a:prstGeom prst="rect">
            <a:avLst/>
          </a:prstGeom>
        </p:spPr>
      </p:pic>
    </p:spTree>
    <p:extLst>
      <p:ext uri="{BB962C8B-B14F-4D97-AF65-F5344CB8AC3E}">
        <p14:creationId xmlns:p14="http://schemas.microsoft.com/office/powerpoint/2010/main" val="1456738989"/>
      </p:ext>
    </p:extLst>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 name="Title 1"/>
          <p:cNvSpPr>
            <a:spLocks noGrp="1"/>
          </p:cNvSpPr>
          <p:nvPr>
            <p:ph type="ctrTitle"/>
          </p:nvPr>
        </p:nvSpPr>
        <p:spPr>
          <a:xfrm>
            <a:off x="4699871" y="3238787"/>
            <a:ext cx="5834743" cy="823913"/>
          </a:xfrm>
        </p:spPr>
        <p:txBody>
          <a:bodyPr/>
          <a:lstStyle/>
          <a:p>
            <a:r>
              <a:rPr lang="en-US" dirty="0" smtClean="0">
                <a:solidFill>
                  <a:schemeClr val="bg1"/>
                </a:solidFill>
              </a:rPr>
              <a:t>Damo </a:t>
            </a:r>
            <a:r>
              <a:rPr lang="en-US" dirty="0" err="1" smtClean="0">
                <a:solidFill>
                  <a:schemeClr val="bg1"/>
                </a:solidFill>
              </a:rPr>
              <a:t>nga</a:t>
            </a:r>
            <a:r>
              <a:rPr lang="en-US" dirty="0" smtClean="0">
                <a:solidFill>
                  <a:schemeClr val="bg1"/>
                </a:solidFill>
              </a:rPr>
              <a:t> </a:t>
            </a:r>
            <a:r>
              <a:rPr lang="en-US" dirty="0" err="1" smtClean="0">
                <a:solidFill>
                  <a:schemeClr val="bg1"/>
                </a:solidFill>
              </a:rPr>
              <a:t>Salamat</a:t>
            </a:r>
            <a:r>
              <a:rPr lang="en-US" dirty="0" smtClean="0">
                <a:solidFill>
                  <a:schemeClr val="bg1"/>
                </a:solidFill>
              </a:rPr>
              <a:t>!</a:t>
            </a:r>
            <a:endParaRPr lang="en-US" dirty="0">
              <a:solidFill>
                <a:schemeClr val="bg1"/>
              </a:solidFill>
            </a:endParaRPr>
          </a:p>
        </p:txBody>
      </p:sp>
      <p:sp>
        <p:nvSpPr>
          <p:cNvPr id="5" name="Subtitle 4"/>
          <p:cNvSpPr>
            <a:spLocks noGrp="1"/>
          </p:cNvSpPr>
          <p:nvPr>
            <p:ph type="subTitle" idx="1"/>
          </p:nvPr>
        </p:nvSpPr>
        <p:spPr>
          <a:xfrm>
            <a:off x="4630298" y="2807668"/>
            <a:ext cx="4152900" cy="431119"/>
          </a:xfrm>
        </p:spPr>
        <p:txBody>
          <a:bodyPr/>
          <a:lstStyle/>
          <a:p>
            <a:r>
              <a:rPr lang="en-US" dirty="0" smtClean="0">
                <a:solidFill>
                  <a:schemeClr val="bg1"/>
                </a:solidFill>
              </a:rPr>
              <a:t>Thank you for listening…</a:t>
            </a:r>
            <a:endParaRPr lang="en-US" dirty="0">
              <a:solidFill>
                <a:schemeClr val="bg1"/>
              </a:solidFill>
            </a:endParaRPr>
          </a:p>
        </p:txBody>
      </p:sp>
    </p:spTree>
    <p:extLst>
      <p:ext uri="{BB962C8B-B14F-4D97-AF65-F5344CB8AC3E}">
        <p14:creationId xmlns:p14="http://schemas.microsoft.com/office/powerpoint/2010/main" val="284857028"/>
      </p:ext>
    </p:extLst>
  </p:cSld>
  <p:clrMapOvr>
    <a:masterClrMapping/>
  </p:clrMapOvr>
  <p:transition spd="slow">
    <p:push/>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904</TotalTime>
  <Words>298</Words>
  <Application>Microsoft Office PowerPoint</Application>
  <PresentationFormat>Widescreen</PresentationFormat>
  <Paragraphs>33</Paragraphs>
  <Slides>9</Slides>
  <Notes>7</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Adobe Caslon Pro</vt:lpstr>
      <vt:lpstr>Kozuka Gothic Pr6N B</vt:lpstr>
      <vt:lpstr>Sitka Text</vt:lpstr>
      <vt:lpstr>Source Serif Pro Semibold</vt:lpstr>
      <vt:lpstr>Arial</vt:lpstr>
      <vt:lpstr>Source Sans Pro Light</vt:lpstr>
      <vt:lpstr>Times New Roman</vt:lpstr>
      <vt:lpstr>Calibri</vt:lpstr>
      <vt:lpstr>Adobe Devanagari</vt:lpstr>
      <vt:lpstr>Office Theme</vt:lpstr>
      <vt:lpstr>DEPARTMENT OF HEALTH Eastern Visayas Center for Health Development</vt:lpstr>
      <vt:lpstr>PowerPoint Presentation</vt:lpstr>
      <vt:lpstr>VIRTUAL MEETING/TRAINING RULES</vt:lpstr>
      <vt:lpstr>PowerPoint Presentation</vt:lpstr>
      <vt:lpstr>PowerPoint Presentation</vt:lpstr>
      <vt:lpstr>PowerPoint Presentation</vt:lpstr>
      <vt:lpstr>PowerPoint Presentation</vt:lpstr>
      <vt:lpstr>PowerPoint Presentation</vt:lpstr>
      <vt:lpstr>Damo nga Salamat!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HEALTH</dc:title>
  <dc:creator>USER</dc:creator>
  <cp:lastModifiedBy>ClinicSys Region08</cp:lastModifiedBy>
  <cp:revision>49</cp:revision>
  <dcterms:modified xsi:type="dcterms:W3CDTF">2020-10-14T05:19:31Z</dcterms:modified>
</cp:coreProperties>
</file>